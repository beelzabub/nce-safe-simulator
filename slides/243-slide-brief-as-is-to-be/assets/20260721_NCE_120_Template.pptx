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05" r:id="rId5"/>
    <p:sldId id="304" r:id="rId6"/>
    <p:sldId id="442" r:id="rId7"/>
    <p:sldId id="342" r:id="rId8"/>
    <p:sldId id="335" r:id="rId9"/>
    <p:sldId id="344" r:id="rId10"/>
    <p:sldId id="345" r:id="rId11"/>
    <p:sldId id="346" r:id="rId12"/>
    <p:sldId id="353" r:id="rId13"/>
    <p:sldId id="347" r:id="rId14"/>
    <p:sldId id="320" r:id="rId15"/>
    <p:sldId id="348" r:id="rId16"/>
    <p:sldId id="35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090419-452F-C8FE-7EBA-9C04FB794F1B}" name="Ashley Stanbro" initials="" userId="S::ashley@useinktothink.onmicrosoft.com::8e651f47-1855-4782-8861-ebd3a0b04763" providerId="AD"/>
  <p188:author id="{625A6569-4380-5CFC-B1D4-13025C5179E8}" name="Zukowski, Frances A CTR USN NIWC ATLANTIC SC (USA)" initials="" userId="S::frances.a.zukowski.ctr@us.navy.mil::36dfcbce-ba8d-435c-a32d-d36ab8742f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600"/>
    <a:srgbClr val="FF6528"/>
    <a:srgbClr val="1D2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22D938-ADA8-4C9E-AE8A-E042457783D9}" v="19" dt="2026-07-21T23:37:07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6" autoAdjust="0"/>
    <p:restoredTop sz="74367" autoAdjust="0"/>
  </p:normalViewPr>
  <p:slideViewPr>
    <p:cSldViewPr snapToGrid="0">
      <p:cViewPr varScale="1">
        <p:scale>
          <a:sx n="40" d="100"/>
          <a:sy n="40" d="100"/>
        </p:scale>
        <p:origin x="1632" y="260"/>
      </p:cViewPr>
      <p:guideLst/>
    </p:cSldViewPr>
  </p:slideViewPr>
  <p:outlineViewPr>
    <p:cViewPr>
      <p:scale>
        <a:sx n="33" d="100"/>
        <a:sy n="33" d="100"/>
      </p:scale>
      <p:origin x="0" y="-129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s, Robert Z. [US]" userId="b30962ce-76c1-4bd5-bc06-9e69049609d5" providerId="ADAL" clId="{1677CD4D-0037-4D4C-B858-FBBDBBA9BD62}"/>
    <pc:docChg chg="undo custSel addSld delSld modSld sldOrd">
      <pc:chgData name="Samuels, Robert Z. [US]" userId="b30962ce-76c1-4bd5-bc06-9e69049609d5" providerId="ADAL" clId="{1677CD4D-0037-4D4C-B858-FBBDBBA9BD62}" dt="2026-07-21T23:49:38.594" v="543" actId="47"/>
      <pc:docMkLst>
        <pc:docMk/>
      </pc:docMkLst>
      <pc:sldChg chg="addSp delSp modSp mod">
        <pc:chgData name="Samuels, Robert Z. [US]" userId="b30962ce-76c1-4bd5-bc06-9e69049609d5" providerId="ADAL" clId="{1677CD4D-0037-4D4C-B858-FBBDBBA9BD62}" dt="2026-07-21T23:49:15.706" v="541" actId="20577"/>
        <pc:sldMkLst>
          <pc:docMk/>
          <pc:sldMk cId="774680967" sldId="305"/>
        </pc:sldMkLst>
        <pc:spChg chg="mod">
          <ac:chgData name="Samuels, Robert Z. [US]" userId="b30962ce-76c1-4bd5-bc06-9e69049609d5" providerId="ADAL" clId="{1677CD4D-0037-4D4C-B858-FBBDBBA9BD62}" dt="2026-07-21T23:49:15.706" v="541" actId="20577"/>
          <ac:spMkLst>
            <pc:docMk/>
            <pc:sldMk cId="774680967" sldId="305"/>
            <ac:spMk id="2" creationId="{778BEF5C-8FDE-164C-7A3B-53C7C6D651C2}"/>
          </ac:spMkLst>
        </pc:spChg>
        <pc:spChg chg="mod">
          <ac:chgData name="Samuels, Robert Z. [US]" userId="b30962ce-76c1-4bd5-bc06-9e69049609d5" providerId="ADAL" clId="{1677CD4D-0037-4D4C-B858-FBBDBBA9BD62}" dt="2026-07-21T23:49:08.692" v="534" actId="20577"/>
          <ac:spMkLst>
            <pc:docMk/>
            <pc:sldMk cId="774680967" sldId="305"/>
            <ac:spMk id="6" creationId="{EDA276CF-46E0-04F4-DA3D-16DBB450079B}"/>
          </ac:spMkLst>
        </pc:spChg>
        <pc:spChg chg="add del mod">
          <ac:chgData name="Samuels, Robert Z. [US]" userId="b30962ce-76c1-4bd5-bc06-9e69049609d5" providerId="ADAL" clId="{1677CD4D-0037-4D4C-B858-FBBDBBA9BD62}" dt="2026-07-21T23:14:00.778" v="116" actId="478"/>
          <ac:spMkLst>
            <pc:docMk/>
            <pc:sldMk cId="774680967" sldId="305"/>
            <ac:spMk id="9" creationId="{6EF49D3F-2EA7-340B-51A3-8144EB3EE619}"/>
          </ac:spMkLst>
        </pc:spChg>
        <pc:spChg chg="add del mod">
          <ac:chgData name="Samuels, Robert Z. [US]" userId="b30962ce-76c1-4bd5-bc06-9e69049609d5" providerId="ADAL" clId="{1677CD4D-0037-4D4C-B858-FBBDBBA9BD62}" dt="2026-07-21T23:14:00.778" v="116" actId="478"/>
          <ac:spMkLst>
            <pc:docMk/>
            <pc:sldMk cId="774680967" sldId="305"/>
            <ac:spMk id="10" creationId="{31EDDDCA-3EDA-853A-78B2-F96967A61F72}"/>
          </ac:spMkLst>
        </pc:spChg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714050903" sldId="354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119615827" sldId="357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440495480" sldId="358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924290845" sldId="359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432493671" sldId="360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781543138" sldId="361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434698799" sldId="362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08966371" sldId="363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097728850" sldId="366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584711025" sldId="369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356337525" sldId="370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782832008" sldId="371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821138904" sldId="372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066309118" sldId="373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762391167" sldId="374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676646459" sldId="375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265415847" sldId="376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247636920" sldId="377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245696848" sldId="378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487121011" sldId="379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171012222" sldId="380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748053304" sldId="381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216350562" sldId="382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024156543" sldId="383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27550286" sldId="384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337021520" sldId="385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571903437" sldId="386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979822647" sldId="387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196062736" sldId="388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843441320" sldId="389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224326572" sldId="390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359279562" sldId="391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592799235" sldId="392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228049176" sldId="393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157317526" sldId="394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193423193" sldId="395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486538276" sldId="396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371517354" sldId="397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979659400" sldId="398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929868019" sldId="399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502066822" sldId="400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181870413" sldId="401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712623228" sldId="402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177758523" sldId="403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31682841" sldId="404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982897712" sldId="405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962948672" sldId="406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947799725" sldId="407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778220845" sldId="408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590034092" sldId="409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615035837" sldId="410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710972077" sldId="411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393412250" sldId="412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02204558" sldId="413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807487428" sldId="414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72048053" sldId="415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460035439" sldId="416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079071496" sldId="417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822460907" sldId="418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209364487" sldId="419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292436749" sldId="420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329829850" sldId="421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486389638" sldId="422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124762831" sldId="423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320653005" sldId="424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469288224" sldId="425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235838292" sldId="426"/>
        </pc:sldMkLst>
      </pc:sldChg>
      <pc:sldChg chg="addSp modSp add del mod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22525668" sldId="427"/>
        </pc:sldMkLst>
        <pc:spChg chg="mod">
          <ac:chgData name="Samuels, Robert Z. [US]" userId="b30962ce-76c1-4bd5-bc06-9e69049609d5" providerId="ADAL" clId="{1677CD4D-0037-4D4C-B858-FBBDBBA9BD62}" dt="2026-07-21T23:15:36.133" v="147" actId="20577"/>
          <ac:spMkLst>
            <pc:docMk/>
            <pc:sldMk cId="222525668" sldId="427"/>
            <ac:spMk id="2" creationId="{DD805BBB-A880-9780-4005-6FFA9443C7BF}"/>
          </ac:spMkLst>
        </pc:spChg>
        <pc:spChg chg="add mod">
          <ac:chgData name="Samuels, Robert Z. [US]" userId="b30962ce-76c1-4bd5-bc06-9e69049609d5" providerId="ADAL" clId="{1677CD4D-0037-4D4C-B858-FBBDBBA9BD62}" dt="2026-07-21T23:16:41.916" v="149"/>
          <ac:spMkLst>
            <pc:docMk/>
            <pc:sldMk cId="222525668" sldId="427"/>
            <ac:spMk id="3" creationId="{19327D4B-4D0C-74E6-60F0-145CAB6D715B}"/>
          </ac:spMkLst>
        </pc:spChg>
        <pc:spChg chg="add mod">
          <ac:chgData name="Samuels, Robert Z. [US]" userId="b30962ce-76c1-4bd5-bc06-9e69049609d5" providerId="ADAL" clId="{1677CD4D-0037-4D4C-B858-FBBDBBA9BD62}" dt="2026-07-21T23:16:41.916" v="149"/>
          <ac:spMkLst>
            <pc:docMk/>
            <pc:sldMk cId="222525668" sldId="427"/>
            <ac:spMk id="8" creationId="{B4647ABF-7373-7A09-487C-810943B67670}"/>
          </ac:spMkLst>
        </pc:spChg>
      </pc:sldChg>
      <pc:sldChg chg="add del">
        <pc:chgData name="Samuels, Robert Z. [US]" userId="b30962ce-76c1-4bd5-bc06-9e69049609d5" providerId="ADAL" clId="{1677CD4D-0037-4D4C-B858-FBBDBBA9BD62}" dt="2026-07-21T23:11:26.622" v="44"/>
        <pc:sldMkLst>
          <pc:docMk/>
          <pc:sldMk cId="513061231" sldId="428"/>
        </pc:sldMkLst>
      </pc:sldChg>
      <pc:sldChg chg="addSp modSp add del mod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246343543" sldId="428"/>
        </pc:sldMkLst>
        <pc:spChg chg="mod">
          <ac:chgData name="Samuels, Robert Z. [US]" userId="b30962ce-76c1-4bd5-bc06-9e69049609d5" providerId="ADAL" clId="{1677CD4D-0037-4D4C-B858-FBBDBBA9BD62}" dt="2026-07-21T23:15:49.917" v="148" actId="20577"/>
          <ac:spMkLst>
            <pc:docMk/>
            <pc:sldMk cId="1246343543" sldId="428"/>
            <ac:spMk id="2" creationId="{EF540F55-09AC-88B9-37F9-7BDBF3880001}"/>
          </ac:spMkLst>
        </pc:spChg>
        <pc:spChg chg="add mod">
          <ac:chgData name="Samuels, Robert Z. [US]" userId="b30962ce-76c1-4bd5-bc06-9e69049609d5" providerId="ADAL" clId="{1677CD4D-0037-4D4C-B858-FBBDBBA9BD62}" dt="2026-07-21T23:15:09.040" v="146"/>
          <ac:spMkLst>
            <pc:docMk/>
            <pc:sldMk cId="1246343543" sldId="428"/>
            <ac:spMk id="3" creationId="{146A0B39-7667-79F4-472B-FB433010C7BD}"/>
          </ac:spMkLst>
        </pc:spChg>
        <pc:spChg chg="add mod">
          <ac:chgData name="Samuels, Robert Z. [US]" userId="b30962ce-76c1-4bd5-bc06-9e69049609d5" providerId="ADAL" clId="{1677CD4D-0037-4D4C-B858-FBBDBBA9BD62}" dt="2026-07-21T23:15:09.040" v="146"/>
          <ac:spMkLst>
            <pc:docMk/>
            <pc:sldMk cId="1246343543" sldId="428"/>
            <ac:spMk id="8" creationId="{9361CB04-BE76-8A9B-6F8A-D2D6C979E61A}"/>
          </ac:spMkLst>
        </pc:spChg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313532756" sldId="429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4151099115" sldId="430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678859901" sldId="431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729704325" sldId="432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155956134" sldId="433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608766317" sldId="434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13353483" sldId="435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758706361" sldId="436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3716256793" sldId="437"/>
        </pc:sldMkLst>
      </pc:sldChg>
      <pc:sldChg chg="add del">
        <pc:chgData name="Samuels, Robert Z. [US]" userId="b30962ce-76c1-4bd5-bc06-9e69049609d5" providerId="ADAL" clId="{1677CD4D-0037-4D4C-B858-FBBDBBA9BD62}" dt="2026-07-21T23:49:38.594" v="543" actId="47"/>
        <pc:sldMkLst>
          <pc:docMk/>
          <pc:sldMk cId="2751295032" sldId="438"/>
        </pc:sldMkLst>
      </pc:sldChg>
      <pc:sldChg chg="new del">
        <pc:chgData name="Samuels, Robert Z. [US]" userId="b30962ce-76c1-4bd5-bc06-9e69049609d5" providerId="ADAL" clId="{1677CD4D-0037-4D4C-B858-FBBDBBA9BD62}" dt="2026-07-21T23:17:48.566" v="151" actId="680"/>
        <pc:sldMkLst>
          <pc:docMk/>
          <pc:sldMk cId="2768023312" sldId="439"/>
        </pc:sldMkLst>
      </pc:sldChg>
      <pc:sldChg chg="addSp delSp modSp new del mod">
        <pc:chgData name="Samuels, Robert Z. [US]" userId="b30962ce-76c1-4bd5-bc06-9e69049609d5" providerId="ADAL" clId="{1677CD4D-0037-4D4C-B858-FBBDBBA9BD62}" dt="2026-07-21T23:27:13.886" v="179" actId="47"/>
        <pc:sldMkLst>
          <pc:docMk/>
          <pc:sldMk cId="3368265797" sldId="439"/>
        </pc:sldMkLst>
        <pc:spChg chg="add del mod">
          <ac:chgData name="Samuels, Robert Z. [US]" userId="b30962ce-76c1-4bd5-bc06-9e69049609d5" providerId="ADAL" clId="{1677CD4D-0037-4D4C-B858-FBBDBBA9BD62}" dt="2026-07-21T23:20:52.283" v="162" actId="21"/>
          <ac:spMkLst>
            <pc:docMk/>
            <pc:sldMk cId="3368265797" sldId="439"/>
            <ac:spMk id="7" creationId="{6E735841-D12C-F7C0-EBCB-85B46B0CCE32}"/>
          </ac:spMkLst>
        </pc:spChg>
        <pc:spChg chg="add del mod">
          <ac:chgData name="Samuels, Robert Z. [US]" userId="b30962ce-76c1-4bd5-bc06-9e69049609d5" providerId="ADAL" clId="{1677CD4D-0037-4D4C-B858-FBBDBBA9BD62}" dt="2026-07-21T23:21:01.767" v="164" actId="478"/>
          <ac:spMkLst>
            <pc:docMk/>
            <pc:sldMk cId="3368265797" sldId="439"/>
            <ac:spMk id="9" creationId="{3D89F0C3-2925-FEDA-D564-57D6F6C0F25B}"/>
          </ac:spMkLst>
        </pc:spChg>
        <pc:spChg chg="add mod">
          <ac:chgData name="Samuels, Robert Z. [US]" userId="b30962ce-76c1-4bd5-bc06-9e69049609d5" providerId="ADAL" clId="{1677CD4D-0037-4D4C-B858-FBBDBBA9BD62}" dt="2026-07-21T23:21:18.719" v="168" actId="255"/>
          <ac:spMkLst>
            <pc:docMk/>
            <pc:sldMk cId="3368265797" sldId="439"/>
            <ac:spMk id="11" creationId="{B0E5E828-58C8-5081-81C3-8C098C028709}"/>
          </ac:spMkLst>
        </pc:spChg>
      </pc:sldChg>
      <pc:sldChg chg="modSp add del mod">
        <pc:chgData name="Samuels, Robert Z. [US]" userId="b30962ce-76c1-4bd5-bc06-9e69049609d5" providerId="ADAL" clId="{1677CD4D-0037-4D4C-B858-FBBDBBA9BD62}" dt="2026-07-21T23:33:48.759" v="388" actId="47"/>
        <pc:sldMkLst>
          <pc:docMk/>
          <pc:sldMk cId="1002202929" sldId="440"/>
        </pc:sldMkLst>
        <pc:spChg chg="mod">
          <ac:chgData name="Samuels, Robert Z. [US]" userId="b30962ce-76c1-4bd5-bc06-9e69049609d5" providerId="ADAL" clId="{1677CD4D-0037-4D4C-B858-FBBDBBA9BD62}" dt="2026-07-21T23:31:14.971" v="305" actId="20577"/>
          <ac:spMkLst>
            <pc:docMk/>
            <pc:sldMk cId="1002202929" sldId="440"/>
            <ac:spMk id="9" creationId="{8E1328CC-85F4-F6E0-9EC5-1A4783A7EBAA}"/>
          </ac:spMkLst>
        </pc:spChg>
      </pc:sldChg>
      <pc:sldChg chg="addSp delSp modSp add del mod">
        <pc:chgData name="Samuels, Robert Z. [US]" userId="b30962ce-76c1-4bd5-bc06-9e69049609d5" providerId="ADAL" clId="{1677CD4D-0037-4D4C-B858-FBBDBBA9BD62}" dt="2026-07-21T23:34:54.231" v="426" actId="47"/>
        <pc:sldMkLst>
          <pc:docMk/>
          <pc:sldMk cId="1159058238" sldId="441"/>
        </pc:sldMkLst>
        <pc:spChg chg="add mod">
          <ac:chgData name="Samuels, Robert Z. [US]" userId="b30962ce-76c1-4bd5-bc06-9e69049609d5" providerId="ADAL" clId="{1677CD4D-0037-4D4C-B858-FBBDBBA9BD62}" dt="2026-07-21T23:22:14.981" v="178" actId="14100"/>
          <ac:spMkLst>
            <pc:docMk/>
            <pc:sldMk cId="1159058238" sldId="441"/>
            <ac:spMk id="7" creationId="{7DECEC6D-FAE7-7773-6897-A29FA1C88696}"/>
          </ac:spMkLst>
        </pc:spChg>
        <pc:spChg chg="del">
          <ac:chgData name="Samuels, Robert Z. [US]" userId="b30962ce-76c1-4bd5-bc06-9e69049609d5" providerId="ADAL" clId="{1677CD4D-0037-4D4C-B858-FBBDBBA9BD62}" dt="2026-07-21T23:21:38.261" v="172" actId="478"/>
          <ac:spMkLst>
            <pc:docMk/>
            <pc:sldMk cId="1159058238" sldId="441"/>
            <ac:spMk id="9" creationId="{3A8E25E5-13E3-521E-2A48-06783161BD74}"/>
          </ac:spMkLst>
        </pc:spChg>
      </pc:sldChg>
      <pc:sldChg chg="delSp modSp add mod ord">
        <pc:chgData name="Samuels, Robert Z. [US]" userId="b30962ce-76c1-4bd5-bc06-9e69049609d5" providerId="ADAL" clId="{1677CD4D-0037-4D4C-B858-FBBDBBA9BD62}" dt="2026-07-21T23:29:07.920" v="265" actId="20577"/>
        <pc:sldMkLst>
          <pc:docMk/>
          <pc:sldMk cId="3491660540" sldId="442"/>
        </pc:sldMkLst>
        <pc:spChg chg="mod">
          <ac:chgData name="Samuels, Robert Z. [US]" userId="b30962ce-76c1-4bd5-bc06-9e69049609d5" providerId="ADAL" clId="{1677CD4D-0037-4D4C-B858-FBBDBBA9BD62}" dt="2026-07-21T23:28:33.790" v="232" actId="20577"/>
          <ac:spMkLst>
            <pc:docMk/>
            <pc:sldMk cId="3491660540" sldId="442"/>
            <ac:spMk id="9" creationId="{A339DA7D-45A6-825F-874B-BA3ED6D35E8C}"/>
          </ac:spMkLst>
        </pc:spChg>
        <pc:spChg chg="mod">
          <ac:chgData name="Samuels, Robert Z. [US]" userId="b30962ce-76c1-4bd5-bc06-9e69049609d5" providerId="ADAL" clId="{1677CD4D-0037-4D4C-B858-FBBDBBA9BD62}" dt="2026-07-21T23:29:07.920" v="265" actId="20577"/>
          <ac:spMkLst>
            <pc:docMk/>
            <pc:sldMk cId="3491660540" sldId="442"/>
            <ac:spMk id="10" creationId="{0AA3D01D-30D3-7490-F1ED-E7FDEEC3E3F3}"/>
          </ac:spMkLst>
        </pc:spChg>
        <pc:spChg chg="del">
          <ac:chgData name="Samuels, Robert Z. [US]" userId="b30962ce-76c1-4bd5-bc06-9e69049609d5" providerId="ADAL" clId="{1677CD4D-0037-4D4C-B858-FBBDBBA9BD62}" dt="2026-07-21T23:27:43.988" v="185" actId="478"/>
          <ac:spMkLst>
            <pc:docMk/>
            <pc:sldMk cId="3491660540" sldId="442"/>
            <ac:spMk id="20" creationId="{26943C16-968C-B708-BCEF-E0245DEF92EC}"/>
          </ac:spMkLst>
        </pc:spChg>
        <pc:spChg chg="del">
          <ac:chgData name="Samuels, Robert Z. [US]" userId="b30962ce-76c1-4bd5-bc06-9e69049609d5" providerId="ADAL" clId="{1677CD4D-0037-4D4C-B858-FBBDBBA9BD62}" dt="2026-07-21T23:27:43.988" v="185" actId="478"/>
          <ac:spMkLst>
            <pc:docMk/>
            <pc:sldMk cId="3491660540" sldId="442"/>
            <ac:spMk id="21" creationId="{9D813BB3-8ABC-BC36-3A26-E5E9FBF172BD}"/>
          </ac:spMkLst>
        </pc:spChg>
        <pc:spChg chg="del">
          <ac:chgData name="Samuels, Robert Z. [US]" userId="b30962ce-76c1-4bd5-bc06-9e69049609d5" providerId="ADAL" clId="{1677CD4D-0037-4D4C-B858-FBBDBBA9BD62}" dt="2026-07-21T23:27:43.988" v="185" actId="478"/>
          <ac:spMkLst>
            <pc:docMk/>
            <pc:sldMk cId="3491660540" sldId="442"/>
            <ac:spMk id="22" creationId="{E0A90E04-3E36-44C9-6924-440446876C29}"/>
          </ac:spMkLst>
        </pc:spChg>
        <pc:picChg chg="del">
          <ac:chgData name="Samuels, Robert Z. [US]" userId="b30962ce-76c1-4bd5-bc06-9e69049609d5" providerId="ADAL" clId="{1677CD4D-0037-4D4C-B858-FBBDBBA9BD62}" dt="2026-07-21T23:27:40.628" v="184" actId="478"/>
          <ac:picMkLst>
            <pc:docMk/>
            <pc:sldMk cId="3491660540" sldId="442"/>
            <ac:picMk id="2056" creationId="{CBBDD43A-DB6A-EC10-381A-75B7094BF61F}"/>
          </ac:picMkLst>
        </pc:picChg>
      </pc:sldChg>
      <pc:sldChg chg="modSp add del mod">
        <pc:chgData name="Samuels, Robert Z. [US]" userId="b30962ce-76c1-4bd5-bc06-9e69049609d5" providerId="ADAL" clId="{1677CD4D-0037-4D4C-B858-FBBDBBA9BD62}" dt="2026-07-21T23:49:25.300" v="542" actId="47"/>
        <pc:sldMkLst>
          <pc:docMk/>
          <pc:sldMk cId="2214689781" sldId="443"/>
        </pc:sldMkLst>
        <pc:spChg chg="mod">
          <ac:chgData name="Samuels, Robert Z. [US]" userId="b30962ce-76c1-4bd5-bc06-9e69049609d5" providerId="ADAL" clId="{1677CD4D-0037-4D4C-B858-FBBDBBA9BD62}" dt="2026-07-21T23:30:03.128" v="285" actId="20577"/>
          <ac:spMkLst>
            <pc:docMk/>
            <pc:sldMk cId="2214689781" sldId="443"/>
            <ac:spMk id="9" creationId="{107A901E-D806-B8D5-5117-AAD61429903B}"/>
          </ac:spMkLst>
        </pc:spChg>
        <pc:spChg chg="mod">
          <ac:chgData name="Samuels, Robert Z. [US]" userId="b30962ce-76c1-4bd5-bc06-9e69049609d5" providerId="ADAL" clId="{1677CD4D-0037-4D4C-B858-FBBDBBA9BD62}" dt="2026-07-21T23:30:39.788" v="302" actId="20577"/>
          <ac:spMkLst>
            <pc:docMk/>
            <pc:sldMk cId="2214689781" sldId="443"/>
            <ac:spMk id="10" creationId="{C9596846-7DA1-C28A-F103-386FF2BCBE25}"/>
          </ac:spMkLst>
        </pc:spChg>
      </pc:sldChg>
      <pc:sldChg chg="modSp add del mod">
        <pc:chgData name="Samuels, Robert Z. [US]" userId="b30962ce-76c1-4bd5-bc06-9e69049609d5" providerId="ADAL" clId="{1677CD4D-0037-4D4C-B858-FBBDBBA9BD62}" dt="2026-07-21T23:49:25.300" v="542" actId="47"/>
        <pc:sldMkLst>
          <pc:docMk/>
          <pc:sldMk cId="193911935" sldId="444"/>
        </pc:sldMkLst>
        <pc:spChg chg="mod">
          <ac:chgData name="Samuels, Robert Z. [US]" userId="b30962ce-76c1-4bd5-bc06-9e69049609d5" providerId="ADAL" clId="{1677CD4D-0037-4D4C-B858-FBBDBBA9BD62}" dt="2026-07-21T23:31:56.223" v="310" actId="20577"/>
          <ac:spMkLst>
            <pc:docMk/>
            <pc:sldMk cId="193911935" sldId="444"/>
            <ac:spMk id="9" creationId="{2FB118E3-F5C9-702F-1B46-0922A910138F}"/>
          </ac:spMkLst>
        </pc:spChg>
        <pc:spChg chg="mod">
          <ac:chgData name="Samuels, Robert Z. [US]" userId="b30962ce-76c1-4bd5-bc06-9e69049609d5" providerId="ADAL" clId="{1677CD4D-0037-4D4C-B858-FBBDBBA9BD62}" dt="2026-07-21T23:32:31.234" v="348" actId="20577"/>
          <ac:spMkLst>
            <pc:docMk/>
            <pc:sldMk cId="193911935" sldId="444"/>
            <ac:spMk id="10" creationId="{320F7B85-7C0D-0A24-D163-4DC9F71B4AFA}"/>
          </ac:spMkLst>
        </pc:spChg>
      </pc:sldChg>
      <pc:sldChg chg="modSp add del mod">
        <pc:chgData name="Samuels, Robert Z. [US]" userId="b30962ce-76c1-4bd5-bc06-9e69049609d5" providerId="ADAL" clId="{1677CD4D-0037-4D4C-B858-FBBDBBA9BD62}" dt="2026-07-21T23:49:25.300" v="542" actId="47"/>
        <pc:sldMkLst>
          <pc:docMk/>
          <pc:sldMk cId="1711834271" sldId="445"/>
        </pc:sldMkLst>
        <pc:spChg chg="mod">
          <ac:chgData name="Samuels, Robert Z. [US]" userId="b30962ce-76c1-4bd5-bc06-9e69049609d5" providerId="ADAL" clId="{1677CD4D-0037-4D4C-B858-FBBDBBA9BD62}" dt="2026-07-21T23:33:06.429" v="364" actId="20577"/>
          <ac:spMkLst>
            <pc:docMk/>
            <pc:sldMk cId="1711834271" sldId="445"/>
            <ac:spMk id="9" creationId="{B17D35E0-C14F-A800-A69F-391EDB5B1DC6}"/>
          </ac:spMkLst>
        </pc:spChg>
        <pc:spChg chg="mod">
          <ac:chgData name="Samuels, Robert Z. [US]" userId="b30962ce-76c1-4bd5-bc06-9e69049609d5" providerId="ADAL" clId="{1677CD4D-0037-4D4C-B858-FBBDBBA9BD62}" dt="2026-07-21T23:33:41.386" v="387" actId="20577"/>
          <ac:spMkLst>
            <pc:docMk/>
            <pc:sldMk cId="1711834271" sldId="445"/>
            <ac:spMk id="10" creationId="{D33BEAF6-FDA9-67CE-FBCF-B9A6EBD8F329}"/>
          </ac:spMkLst>
        </pc:spChg>
      </pc:sldChg>
      <pc:sldChg chg="modSp add del mod">
        <pc:chgData name="Samuels, Robert Z. [US]" userId="b30962ce-76c1-4bd5-bc06-9e69049609d5" providerId="ADAL" clId="{1677CD4D-0037-4D4C-B858-FBBDBBA9BD62}" dt="2026-07-21T23:49:25.300" v="542" actId="47"/>
        <pc:sldMkLst>
          <pc:docMk/>
          <pc:sldMk cId="2689962942" sldId="446"/>
        </pc:sldMkLst>
        <pc:spChg chg="mod">
          <ac:chgData name="Samuels, Robert Z. [US]" userId="b30962ce-76c1-4bd5-bc06-9e69049609d5" providerId="ADAL" clId="{1677CD4D-0037-4D4C-B858-FBBDBBA9BD62}" dt="2026-07-21T23:34:17.968" v="395" actId="20577"/>
          <ac:spMkLst>
            <pc:docMk/>
            <pc:sldMk cId="2689962942" sldId="446"/>
            <ac:spMk id="9" creationId="{DE8D3FD7-97F7-294B-F57E-390CE3160FAA}"/>
          </ac:spMkLst>
        </pc:spChg>
        <pc:spChg chg="mod">
          <ac:chgData name="Samuels, Robert Z. [US]" userId="b30962ce-76c1-4bd5-bc06-9e69049609d5" providerId="ADAL" clId="{1677CD4D-0037-4D4C-B858-FBBDBBA9BD62}" dt="2026-07-21T23:34:34.645" v="424" actId="20577"/>
          <ac:spMkLst>
            <pc:docMk/>
            <pc:sldMk cId="2689962942" sldId="446"/>
            <ac:spMk id="10" creationId="{287BCFD8-33F2-5221-29F8-18CB4E3A65EF}"/>
          </ac:spMkLst>
        </pc:spChg>
      </pc:sldChg>
      <pc:sldChg chg="add del">
        <pc:chgData name="Samuels, Robert Z. [US]" userId="b30962ce-76c1-4bd5-bc06-9e69049609d5" providerId="ADAL" clId="{1677CD4D-0037-4D4C-B858-FBBDBBA9BD62}" dt="2026-07-21T23:36:51.268" v="513" actId="47"/>
        <pc:sldMkLst>
          <pc:docMk/>
          <pc:sldMk cId="3918015950" sldId="447"/>
        </pc:sldMkLst>
      </pc:sldChg>
      <pc:sldChg chg="modSp add del mod">
        <pc:chgData name="Samuels, Robert Z. [US]" userId="b30962ce-76c1-4bd5-bc06-9e69049609d5" providerId="ADAL" clId="{1677CD4D-0037-4D4C-B858-FBBDBBA9BD62}" dt="2026-07-21T23:49:25.300" v="542" actId="47"/>
        <pc:sldMkLst>
          <pc:docMk/>
          <pc:sldMk cId="1152988558" sldId="448"/>
        </pc:sldMkLst>
        <pc:spChg chg="mod">
          <ac:chgData name="Samuels, Robert Z. [US]" userId="b30962ce-76c1-4bd5-bc06-9e69049609d5" providerId="ADAL" clId="{1677CD4D-0037-4D4C-B858-FBBDBBA9BD62}" dt="2026-07-21T23:35:17.647" v="458" actId="20577"/>
          <ac:spMkLst>
            <pc:docMk/>
            <pc:sldMk cId="1152988558" sldId="448"/>
            <ac:spMk id="9" creationId="{BA1D3C0B-F8E3-ABA1-DC69-B219DD8B8670}"/>
          </ac:spMkLst>
        </pc:spChg>
        <pc:spChg chg="mod">
          <ac:chgData name="Samuels, Robert Z. [US]" userId="b30962ce-76c1-4bd5-bc06-9e69049609d5" providerId="ADAL" clId="{1677CD4D-0037-4D4C-B858-FBBDBBA9BD62}" dt="2026-07-21T23:36:39.090" v="512"/>
          <ac:spMkLst>
            <pc:docMk/>
            <pc:sldMk cId="1152988558" sldId="448"/>
            <ac:spMk id="10" creationId="{F3BDD9D9-814E-A51D-1511-6035039AD478}"/>
          </ac:spMkLst>
        </pc:spChg>
      </pc:sldChg>
      <pc:sldChg chg="modSp add del mod">
        <pc:chgData name="Samuels, Robert Z. [US]" userId="b30962ce-76c1-4bd5-bc06-9e69049609d5" providerId="ADAL" clId="{1677CD4D-0037-4D4C-B858-FBBDBBA9BD62}" dt="2026-07-21T23:49:25.300" v="542" actId="47"/>
        <pc:sldMkLst>
          <pc:docMk/>
          <pc:sldMk cId="4196235640" sldId="449"/>
        </pc:sldMkLst>
        <pc:spChg chg="mod">
          <ac:chgData name="Samuels, Robert Z. [US]" userId="b30962ce-76c1-4bd5-bc06-9e69049609d5" providerId="ADAL" clId="{1677CD4D-0037-4D4C-B858-FBBDBBA9BD62}" dt="2026-07-21T23:37:22.663" v="522"/>
          <ac:spMkLst>
            <pc:docMk/>
            <pc:sldMk cId="4196235640" sldId="449"/>
            <ac:spMk id="9" creationId="{8EC3D793-DFB1-C041-4E88-293BE2E45254}"/>
          </ac:spMkLst>
        </pc:spChg>
        <pc:spChg chg="mod">
          <ac:chgData name="Samuels, Robert Z. [US]" userId="b30962ce-76c1-4bd5-bc06-9e69049609d5" providerId="ADAL" clId="{1677CD4D-0037-4D4C-B858-FBBDBBA9BD62}" dt="2026-07-21T23:37:47.806" v="530" actId="20577"/>
          <ac:spMkLst>
            <pc:docMk/>
            <pc:sldMk cId="4196235640" sldId="449"/>
            <ac:spMk id="10" creationId="{CA5F46D1-CF3D-15C5-B5F7-8C8799D7D7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F0BF70-1D32-B3E8-6F94-DD9FDE6858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Insert Distro and Classification Markings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F2A52-2DD2-A675-8EA5-5182DC1B96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9CCAB-BAC3-674F-AD62-7C232A06B9F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98CE7-0916-7B45-E64F-83A347E78F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14EB1-CB34-5CC2-35A4-7066848BB9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3E101-8235-1B49-B460-50308FBA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5018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Insert Distro and Classification Markings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1607C-86FE-D94A-961D-4574D4108F5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5559D-29F9-D743-A6EE-42B3C0C48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9520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Insert Distro and Classification Markings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5559D-29F9-D743-A6EE-42B3C0C48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64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Insert Distro and Classification Markings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5559D-29F9-D743-A6EE-42B3C0C480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9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Insert Distro and Classification Markings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5559D-29F9-D743-A6EE-42B3C0C48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1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Insert Distro and Classification Markings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5559D-29F9-D743-A6EE-42B3C0C480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25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TLDR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 is great; reasonable access to GitLab, good access to AWS, CDS with Artifacts (CISO signature required)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pain points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Insufficient access to runners – significant long-term risk that may be difficult to fix/change (evolving/discussing, not sure how it’s going to shake out yet)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pain points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Responsiveness on issue resolution (fixable)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required to create accounts (fixable)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required to onboard new programs (fixable)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PMW-120 hits many pain points being the “first of” for NCE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Insert Distro and Classification Markings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5559D-29F9-D743-A6EE-42B3C0C480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76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Insert Distro and Classification Markings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5559D-29F9-D743-A6EE-42B3C0C480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04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le Slid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DAAA-D277-5C9D-6ECF-C8BDE2FEC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4855" y="2848054"/>
            <a:ext cx="9923428" cy="1842704"/>
          </a:xfrm>
        </p:spPr>
        <p:txBody>
          <a:bodyPr anchor="b">
            <a:noAutofit/>
          </a:bodyPr>
          <a:lstStyle>
            <a:lvl1pPr algn="l">
              <a:defRPr sz="6000" b="1" i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EB8F3-6017-519F-5F77-C7D76CFAB7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4855" y="5395838"/>
            <a:ext cx="5032319" cy="1036801"/>
          </a:xfrm>
        </p:spPr>
        <p:txBody>
          <a:bodyPr>
            <a:normAutofit/>
          </a:bodyPr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By:</a:t>
            </a:r>
          </a:p>
        </p:txBody>
      </p:sp>
      <p:pic>
        <p:nvPicPr>
          <p:cNvPr id="9" name="Picture 8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94CE413D-0B60-FA53-69AB-39FFAD709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1006"/>
          <a:stretch/>
        </p:blipFill>
        <p:spPr>
          <a:xfrm>
            <a:off x="0" y="0"/>
            <a:ext cx="12192000" cy="2674170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FA05276-175F-AF02-378E-C87F8DF04A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006" y="6537216"/>
            <a:ext cx="3201988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2A4AD3D-8F2B-7E29-B172-C3F691CE7A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8" y="6537216"/>
            <a:ext cx="3201988" cy="365125"/>
          </a:xfrm>
        </p:spPr>
        <p:txBody>
          <a:bodyPr anchor="ctr">
            <a:normAutofit/>
          </a:bodyPr>
          <a:lstStyle>
            <a:lvl1pPr marL="0" indent="0" algn="l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pic>
        <p:nvPicPr>
          <p:cNvPr id="25" name="Picture 24" descr="A circular logo with ships and satellites&#10;&#10;Description automatically generated with medium confidence">
            <a:extLst>
              <a:ext uri="{FF2B5EF4-FFF2-40B4-BE49-F238E27FC236}">
                <a16:creationId xmlns:a16="http://schemas.microsoft.com/office/drawing/2014/main" id="{0D487426-8D8B-3A1E-8EAD-8C0EBBE01D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2601" y="5378110"/>
            <a:ext cx="937678" cy="937678"/>
          </a:xfrm>
          <a:prstGeom prst="rect">
            <a:avLst/>
          </a:prstGeom>
        </p:spPr>
      </p:pic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979E5C09-CB75-23E6-A847-1DD4C78510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006" y="-48089"/>
            <a:ext cx="3201988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C89D82-3E6A-85C8-4609-3FF7484146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47175" y="5395837"/>
            <a:ext cx="4890158" cy="1036801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Controlled by: U.S. Department of the Navy</a:t>
            </a:r>
            <a:br>
              <a:rPr lang="en-US"/>
            </a:br>
            <a:r>
              <a:rPr lang="en-US"/>
              <a:t>Controlled by: PEO C4I, PMW 120</a:t>
            </a:r>
            <a:br>
              <a:rPr lang="en-US"/>
            </a:br>
            <a:r>
              <a:rPr lang="en-US"/>
              <a:t>CUI Categories: Privacy, OPSEC</a:t>
            </a:r>
            <a:br>
              <a:rPr lang="en-US"/>
            </a:br>
            <a:r>
              <a:rPr lang="en-US"/>
              <a:t>Distribution/Dissemination: FEDCON</a:t>
            </a:r>
            <a:br>
              <a:rPr lang="en-US"/>
            </a:br>
            <a:r>
              <a:rPr lang="en-US"/>
              <a:t>POC: </a:t>
            </a:r>
            <a:r>
              <a:rPr lang="en-US" err="1"/>
              <a:t>william.p.pemberton.mil@us.navy.mil</a:t>
            </a:r>
            <a:endParaRPr lang="en-US" sz="90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FFE8C39-E968-0257-4024-687172FC59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904" y="4698861"/>
            <a:ext cx="9923428" cy="6792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6CE5F-7204-A29D-88BB-DC7DE331A287}"/>
              </a:ext>
            </a:extLst>
          </p:cNvPr>
          <p:cNvSpPr txBox="1"/>
          <p:nvPr userDrawn="1"/>
        </p:nvSpPr>
        <p:spPr>
          <a:xfrm>
            <a:off x="2179517" y="1462161"/>
            <a:ext cx="4198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>
                <a:solidFill>
                  <a:schemeClr val="bg1"/>
                </a:solidFill>
              </a:rPr>
              <a:t>Program Executive Office Command, Control, Communications, Computers, and Intelligence (PEO C4I)</a:t>
            </a:r>
          </a:p>
          <a:p>
            <a:pPr lvl="0"/>
            <a:endParaRPr lang="en-US" sz="1200">
              <a:solidFill>
                <a:schemeClr val="bg1"/>
              </a:solidFill>
            </a:endParaRPr>
          </a:p>
          <a:p>
            <a:pPr lvl="0"/>
            <a:r>
              <a:rPr lang="en-US" sz="1200">
                <a:solidFill>
                  <a:schemeClr val="bg1"/>
                </a:solidFill>
              </a:rPr>
              <a:t>Battlespace Awareness and Information Operations Program Office (PMW 120)</a:t>
            </a:r>
          </a:p>
          <a:p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75627B-D8DE-1CA9-DFDC-22B721E2D1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3904" y="759777"/>
            <a:ext cx="1305116" cy="1686861"/>
          </a:xfrm>
          <a:prstGeom prst="rect">
            <a:avLst/>
          </a:prstGeom>
        </p:spPr>
      </p:pic>
      <p:pic>
        <p:nvPicPr>
          <p:cNvPr id="6" name="Picture 5" descr="A ship in the water&#10;&#10;AI-generated content may be incorrect.">
            <a:extLst>
              <a:ext uri="{FF2B5EF4-FFF2-40B4-BE49-F238E27FC236}">
                <a16:creationId xmlns:a16="http://schemas.microsoft.com/office/drawing/2014/main" id="{CDEC33FE-8D1D-2813-BFF8-60D67CCA4F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686800" y="-56709"/>
            <a:ext cx="35052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9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DAAA-D277-5C9D-6ECF-C8BDE2FEC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4855" y="2848054"/>
            <a:ext cx="9923428" cy="1842704"/>
          </a:xfrm>
        </p:spPr>
        <p:txBody>
          <a:bodyPr anchor="b">
            <a:noAutofit/>
          </a:bodyPr>
          <a:lstStyle>
            <a:lvl1pPr algn="l">
              <a:defRPr sz="6000" b="1" i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SLIDE</a:t>
            </a:r>
          </a:p>
        </p:txBody>
      </p:sp>
      <p:pic>
        <p:nvPicPr>
          <p:cNvPr id="9" name="Picture 8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94CE413D-0B60-FA53-69AB-39FFAD709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1006"/>
          <a:stretch/>
        </p:blipFill>
        <p:spPr>
          <a:xfrm>
            <a:off x="0" y="0"/>
            <a:ext cx="12192000" cy="2674170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FA05276-175F-AF02-378E-C87F8DF04A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006" y="6537216"/>
            <a:ext cx="3201988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2A4AD3D-8F2B-7E29-B172-C3F691CE7A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8" y="6537216"/>
            <a:ext cx="3201988" cy="365125"/>
          </a:xfrm>
        </p:spPr>
        <p:txBody>
          <a:bodyPr anchor="ctr">
            <a:norm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pic>
        <p:nvPicPr>
          <p:cNvPr id="25" name="Picture 24" descr="A circular logo with ships and satellites&#10;&#10;Description automatically generated with medium confidence">
            <a:extLst>
              <a:ext uri="{FF2B5EF4-FFF2-40B4-BE49-F238E27FC236}">
                <a16:creationId xmlns:a16="http://schemas.microsoft.com/office/drawing/2014/main" id="{0D487426-8D8B-3A1E-8EAD-8C0EBBE01D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22601" y="5378110"/>
            <a:ext cx="937678" cy="937678"/>
          </a:xfrm>
          <a:prstGeom prst="rect">
            <a:avLst/>
          </a:prstGeom>
        </p:spPr>
      </p:pic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979E5C09-CB75-23E6-A847-1DD4C78510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006" y="-48089"/>
            <a:ext cx="3201988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FFE8C39-E968-0257-4024-687172FC59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904" y="4698861"/>
            <a:ext cx="9923428" cy="6792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7B0A9-48A4-6E1A-708C-2C1439B819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3905" y="759777"/>
            <a:ext cx="1305114" cy="1686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4003FE-D106-9967-6F1A-75C79E5BD7C9}"/>
              </a:ext>
            </a:extLst>
          </p:cNvPr>
          <p:cNvSpPr txBox="1"/>
          <p:nvPr userDrawn="1"/>
        </p:nvSpPr>
        <p:spPr>
          <a:xfrm>
            <a:off x="2179517" y="1462161"/>
            <a:ext cx="4198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>
                <a:solidFill>
                  <a:schemeClr val="tx1"/>
                </a:solidFill>
              </a:rPr>
              <a:t>Program Executive Office Command, Control, Communications, Computers, and Intelligence (PEO C4I)</a:t>
            </a:r>
          </a:p>
          <a:p>
            <a:pPr lvl="0"/>
            <a:endParaRPr lang="en-US" sz="1200">
              <a:solidFill>
                <a:schemeClr val="tx1"/>
              </a:solidFill>
            </a:endParaRPr>
          </a:p>
          <a:p>
            <a:pPr lvl="0"/>
            <a:r>
              <a:rPr lang="en-US" sz="1200">
                <a:solidFill>
                  <a:schemeClr val="tx1"/>
                </a:solidFill>
              </a:rPr>
              <a:t>Battlespace Awareness and Information Operations Program Office (PMW 120)</a:t>
            </a:r>
          </a:p>
          <a:p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Picture 6" descr="A ship in the water&#10;&#10;AI-generated content may be incorrect.">
            <a:extLst>
              <a:ext uri="{FF2B5EF4-FFF2-40B4-BE49-F238E27FC236}">
                <a16:creationId xmlns:a16="http://schemas.microsoft.com/office/drawing/2014/main" id="{0F464BBD-4F43-2ACE-3CE5-CFB48EA222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686800" y="-56709"/>
            <a:ext cx="3505200" cy="34036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8EAB298-5694-BBFA-190F-B3B0F556AE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4855" y="5395838"/>
            <a:ext cx="5032319" cy="1036801"/>
          </a:xfrm>
        </p:spPr>
        <p:txBody>
          <a:bodyPr>
            <a:normAutofit/>
          </a:bodyPr>
          <a:lstStyle>
            <a:lvl1pPr marL="0" indent="0" algn="l">
              <a:buNone/>
              <a:defRPr sz="1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By: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D488AD0-5140-7E30-071A-70DE216C8A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47175" y="5395837"/>
            <a:ext cx="4890158" cy="1036801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Controlled by: U.S. Department of the Navy</a:t>
            </a:r>
            <a:br>
              <a:rPr lang="en-US"/>
            </a:br>
            <a:r>
              <a:rPr lang="en-US"/>
              <a:t>Controlled by: PEO C4I, PMW 120</a:t>
            </a:r>
            <a:br>
              <a:rPr lang="en-US"/>
            </a:br>
            <a:r>
              <a:rPr lang="en-US"/>
              <a:t>CUI Categories: Privacy, OPSEC</a:t>
            </a:r>
            <a:br>
              <a:rPr lang="en-US"/>
            </a:br>
            <a:r>
              <a:rPr lang="en-US"/>
              <a:t>Distribution/Dissemination: FEDCON</a:t>
            </a:r>
            <a:br>
              <a:rPr lang="en-US"/>
            </a:br>
            <a:r>
              <a:rPr lang="en-US"/>
              <a:t>POC: </a:t>
            </a:r>
            <a:r>
              <a:rPr lang="en-US" err="1"/>
              <a:t>william.p.pemberton.mil@us.navy.mil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66026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OC (dark)">
    <p:bg>
      <p:bgPr>
        <a:solidFill>
          <a:srgbClr val="1D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7C073A69-5594-38A5-087C-B6E0018562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A3E4B-4854-D1A7-5686-C6AAF9A9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581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68F373-1A76-CA0B-CC9A-14BDC3766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4008" y="1610559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BEAFB4D7-2CAF-1F03-B0F0-7E7218DF82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95006" y="-49002"/>
            <a:ext cx="3201988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Control &amp; Classifications Markings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43B14C88-731F-F78D-773E-D16BD0240C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95006" y="6547265"/>
            <a:ext cx="3201988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Control &amp; Classifications Markings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DB26D8-837A-4577-D97E-9DDDD9593C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5"/>
            <a:ext cx="10580914" cy="610235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Table of Contents / Agenda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2576A98-E778-25C1-73B8-F3543EAEF1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9557" y="1610559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A36B2E3B-DA9D-C88B-B477-6106C01A97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4008" y="2073643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7C9D4B11-9176-0DEF-34BE-67266DC851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9557" y="2073643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1145F6A-D9CE-AC13-5C59-DF1AE966E6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4008" y="2536727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FBDF5134-8BCD-6331-45E4-FC3295BA45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557" y="2536727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4BE812EB-104F-E198-6F26-4B39B6D8F7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4008" y="2999811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DB450AAF-0B86-374C-7C84-DCEDBAE7F6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557" y="2999811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E16781B2-BB3C-3380-C279-5C7B90FB6A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74008" y="3462895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E123AC26-5F75-3D42-6A58-61A4EAC75D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9557" y="3462895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2F1E2620-8D57-C68F-D8D5-74001F97F2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4008" y="3925979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F17F89F9-BCCA-0225-838E-1A936EC455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9557" y="3925979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86CE7259-3BE8-383E-B431-99413C80AC9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74008" y="4389063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2DC32D61-AB65-4885-9F7D-FC04E5BAC91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69557" y="4389063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441A53A5-7795-5C71-2F57-339A0AD921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4008" y="4852149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A128C120-5C27-EA9F-87AA-DF7173F68A7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9557" y="4852149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998BC2-2187-FDF9-27A6-6630A5CA45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OC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7C073A69-5594-38A5-087C-B6E0018562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A3E4B-4854-D1A7-5686-C6AAF9A9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581400" cy="365125"/>
          </a:xfrm>
        </p:spPr>
        <p:txBody>
          <a:bodyPr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B68F373-1A76-CA0B-CC9A-14BDC3766B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4008" y="1610559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BEAFB4D7-2CAF-1F03-B0F0-7E7218DF82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95006" y="-49002"/>
            <a:ext cx="3201988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Control &amp; Classifications Markings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43B14C88-731F-F78D-773E-D16BD0240C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95006" y="6547265"/>
            <a:ext cx="3201988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Control &amp; Classifications Markings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DB26D8-837A-4577-D97E-9DDDD9593C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5"/>
            <a:ext cx="10580914" cy="610235"/>
          </a:xfrm>
        </p:spPr>
        <p:txBody>
          <a:bodyPr anchor="t">
            <a:noAutofit/>
          </a:bodyPr>
          <a:lstStyle>
            <a:lvl1pPr>
              <a:defRPr sz="3600" b="1"/>
            </a:lvl1pPr>
          </a:lstStyle>
          <a:p>
            <a:r>
              <a:rPr lang="en-US"/>
              <a:t>Table of Contents / Agenda</a:t>
            </a:r>
          </a:p>
        </p:txBody>
      </p:sp>
      <p:pic>
        <p:nvPicPr>
          <p:cNvPr id="3" name="Picture 2" descr="A logo of a sea creature&#10;&#10;AI-generated content may be incorrect.">
            <a:extLst>
              <a:ext uri="{FF2B5EF4-FFF2-40B4-BE49-F238E27FC236}">
                <a16:creationId xmlns:a16="http://schemas.microsoft.com/office/drawing/2014/main" id="{F137F3E6-0AC8-0925-6011-8DD009B16A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2576A98-E778-25C1-73B8-F3543EAEF1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9557" y="1610559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A36B2E3B-DA9D-C88B-B477-6106C01A97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4008" y="2073643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7C9D4B11-9176-0DEF-34BE-67266DC851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9557" y="2073643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1145F6A-D9CE-AC13-5C59-DF1AE966E6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4008" y="2536727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FBDF5134-8BCD-6331-45E4-FC3295BA45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557" y="2536727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4BE812EB-104F-E198-6F26-4B39B6D8F7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4008" y="2999811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DB450AAF-0B86-374C-7C84-DCEDBAE7F6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557" y="2999811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E16781B2-BB3C-3380-C279-5C7B90FB6A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74008" y="3462895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E123AC26-5F75-3D42-6A58-61A4EAC75D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9557" y="3462895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2F1E2620-8D57-C68F-D8D5-74001F97F2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4008" y="3925979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F17F89F9-BCCA-0225-838E-1A936EC455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9557" y="3925979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86CE7259-3BE8-383E-B431-99413C80AC9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74008" y="4389063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2DC32D61-AB65-4885-9F7D-FC04E5BAC91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69557" y="4389063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441A53A5-7795-5C71-2F57-339A0AD921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4008" y="4852149"/>
            <a:ext cx="8563168" cy="313932"/>
          </a:xfrm>
        </p:spPr>
        <p:txBody>
          <a:bodyPr>
            <a:sp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Title #</a:t>
            </a:r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A128C120-5C27-EA9F-87AA-DF7173F68A7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9557" y="4852149"/>
            <a:ext cx="444843" cy="313932"/>
          </a:xfrm>
        </p:spPr>
        <p:txBody>
          <a:bodyPr>
            <a:spAutoFit/>
          </a:bodyPr>
          <a:lstStyle>
            <a:lvl1pPr marL="0" indent="0" algn="r">
              <a:buNone/>
              <a:defRPr sz="1600" b="1">
                <a:solidFill>
                  <a:srgbClr val="FF6528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98292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Content Slide, 1-column (dark, waves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263A268C-D54A-35E7-1DEB-62A4E3A064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F95B4A3-CA8F-1DE5-CCA2-9CD4AB41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3508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D1F9E9D-392B-A16C-5048-D6973182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5"/>
            <a:ext cx="30484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B8BB6DE-E48B-F467-F130-B859A99F68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1731AF2-98A5-8999-AF07-DCB6AE2FD0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5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5BCCA4F-6C7B-3554-0762-929905137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770928"/>
            <a:ext cx="11494868" cy="4569582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>
                <a:solidFill>
                  <a:schemeClr val="bg1"/>
                </a:solidFill>
              </a:defRPr>
            </a:lvl1pPr>
            <a:lvl2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D9274-5CCE-BA36-60FE-C87E517E4E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01CF7-EB5D-AF1C-4C36-83CF3A1913B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68700-A787-3A75-E7F8-9694B054FB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70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Content Slide, 1-column (light, wav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8035D10F-1DAB-4CE1-29A4-B9F30C3758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547FF9-B79F-A22B-6616-D3CD882EC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7FC6-912C-A62D-D425-36F40C2C4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713053"/>
            <a:ext cx="11494868" cy="4627456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/>
            </a:lvl1pPr>
            <a:lvl2pPr>
              <a:buClr>
                <a:schemeClr val="accent5"/>
              </a:buClr>
              <a:defRPr sz="1800"/>
            </a:lvl2pPr>
            <a:lvl3pPr>
              <a:buClr>
                <a:schemeClr val="accent5"/>
              </a:buClr>
              <a:defRPr sz="1600"/>
            </a:lvl3pPr>
            <a:lvl4pPr>
              <a:buClr>
                <a:schemeClr val="accent5"/>
              </a:buClr>
              <a:defRPr sz="1400"/>
            </a:lvl4pPr>
            <a:lvl5pPr>
              <a:buClr>
                <a:schemeClr val="accent5"/>
              </a:buClr>
              <a:defRPr sz="12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A3E4B-4854-D1A7-5686-C6AAF9A9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35086" cy="365125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3502-3AE5-0527-AEEC-07F7171B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5"/>
            <a:ext cx="30484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71E0BB-052F-3073-E9A6-B046AE1C6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BE4F7E3-0E0D-8782-638D-B9F307F61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5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2B8740-9B59-6776-ADAB-78C963CE7C6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9" name="Picture 8" descr="A logo of a sea creature&#10;&#10;AI-generated content may be incorrect.">
            <a:extLst>
              <a:ext uri="{FF2B5EF4-FFF2-40B4-BE49-F238E27FC236}">
                <a16:creationId xmlns:a16="http://schemas.microsoft.com/office/drawing/2014/main" id="{2BFBE734-BC20-7FD7-0353-E81380AA9F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Content Slide, 1-column (light, blu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7C5677-1DC2-6EB2-B188-4B298F1BEB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7920"/>
            <a:ext cx="12192000" cy="41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A3E4B-4854-D1A7-5686-C6AAF9A9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7"/>
            <a:ext cx="312503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3502-3AE5-0527-AEEC-07F7171B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7"/>
            <a:ext cx="304844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F6F4D4A-D491-A52C-2449-99FA26133E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65E9D28-91BC-6F66-43AD-FCABBEDAD8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7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8770C-3B68-79A5-6A10-4CAB30588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5C4D5-7D41-D228-592A-10F604E23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713053"/>
            <a:ext cx="11494868" cy="4627456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/>
            </a:lvl1pPr>
            <a:lvl2pPr>
              <a:buClr>
                <a:schemeClr val="accent5"/>
              </a:buClr>
              <a:defRPr sz="1800"/>
            </a:lvl2pPr>
            <a:lvl3pPr>
              <a:buClr>
                <a:schemeClr val="accent5"/>
              </a:buClr>
              <a:defRPr sz="1600"/>
            </a:lvl3pPr>
            <a:lvl4pPr>
              <a:buClr>
                <a:schemeClr val="accent5"/>
              </a:buClr>
              <a:defRPr sz="1400"/>
            </a:lvl4pPr>
            <a:lvl5pPr>
              <a:buClr>
                <a:schemeClr val="accent5"/>
              </a:buClr>
              <a:defRPr sz="12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C18EB3-FB25-B1D1-369F-DB876A68120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7" name="Picture 6" descr="A logo of a sea creature&#10;&#10;AI-generated content may be incorrect.">
            <a:extLst>
              <a:ext uri="{FF2B5EF4-FFF2-40B4-BE49-F238E27FC236}">
                <a16:creationId xmlns:a16="http://schemas.microsoft.com/office/drawing/2014/main" id="{64134B43-F783-8C52-69FF-BB3BB7FA2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3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Content Slide, 1-column (light, orang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7C5677-1DC2-6EB2-B188-4B298F1BEB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7920"/>
            <a:ext cx="12192000" cy="4100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A3E4B-4854-D1A7-5686-C6AAF9A9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7"/>
            <a:ext cx="312503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3502-3AE5-0527-AEEC-07F7171B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7"/>
            <a:ext cx="304844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F6F4D4A-D491-A52C-2449-99FA26133E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65E9D28-91BC-6F66-43AD-FCABBEDAD8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7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8770C-3B68-79A5-6A10-4CAB30588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5C4D5-7D41-D228-592A-10F604E23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713053"/>
            <a:ext cx="11494868" cy="4627456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/>
            </a:lvl1pPr>
            <a:lvl2pPr>
              <a:buClr>
                <a:schemeClr val="accent5"/>
              </a:buClr>
              <a:defRPr sz="1800"/>
            </a:lvl2pPr>
            <a:lvl3pPr>
              <a:buClr>
                <a:schemeClr val="accent5"/>
              </a:buClr>
              <a:defRPr sz="1600"/>
            </a:lvl3pPr>
            <a:lvl4pPr>
              <a:buClr>
                <a:schemeClr val="accent5"/>
              </a:buClr>
              <a:defRPr sz="1400"/>
            </a:lvl4pPr>
            <a:lvl5pPr>
              <a:buClr>
                <a:schemeClr val="accent5"/>
              </a:buClr>
              <a:defRPr sz="12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C18EB3-FB25-B1D1-369F-DB876A68120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7" name="Picture 6" descr="A logo of a sea creature&#10;&#10;AI-generated content may be incorrect.">
            <a:extLst>
              <a:ext uri="{FF2B5EF4-FFF2-40B4-BE49-F238E27FC236}">
                <a16:creationId xmlns:a16="http://schemas.microsoft.com/office/drawing/2014/main" id="{6BB629DB-99AC-4085-9E73-78495D96D4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0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Content Slide, 1-column (dark, orange bar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CAB8F3-51FC-4451-DFF1-24E69CA5DC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7920"/>
            <a:ext cx="12192000" cy="4100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A3E4B-4854-D1A7-5686-C6AAF9A9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7"/>
            <a:ext cx="312503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3502-3AE5-0527-AEEC-07F7171B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7"/>
            <a:ext cx="304844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F6F4D4A-D491-A52C-2449-99FA26133E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65E9D28-91BC-6F66-43AD-FCABBEDAD8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7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DD81EB-E967-E4DF-C9EE-9F22EF821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770928"/>
            <a:ext cx="11494868" cy="4247907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>
                <a:solidFill>
                  <a:schemeClr val="bg1"/>
                </a:solidFill>
              </a:defRPr>
            </a:lvl1pPr>
            <a:lvl2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FB48B9-730A-ECAD-87C2-36AED283D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78F66A-BECB-7D51-0C05-C876A56D29CE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A070D-DA41-842B-9380-D60FCE4D1A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94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- Content Slide, 2-column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532216-68F8-A5F3-4660-2A66E74D0E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49771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07A331-991D-3AF2-E062-09199CA3EC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982" y="457200"/>
            <a:ext cx="4360043" cy="1442720"/>
          </a:xfr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DE3C2-2286-E728-8395-9E4EFD078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94303"/>
            <a:ext cx="6596830" cy="5428321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/>
            </a:lvl1pPr>
            <a:lvl2pPr>
              <a:buClr>
                <a:schemeClr val="accent5"/>
              </a:buClr>
              <a:defRPr sz="1800"/>
            </a:lvl2pPr>
            <a:lvl3pPr>
              <a:buClr>
                <a:schemeClr val="accent5"/>
              </a:buClr>
              <a:defRPr sz="1600"/>
            </a:lvl3pPr>
            <a:lvl4pPr>
              <a:buClr>
                <a:schemeClr val="accent5"/>
              </a:buClr>
              <a:defRPr sz="1400"/>
            </a:lvl4pPr>
            <a:lvl5pPr>
              <a:buClr>
                <a:schemeClr val="accent5"/>
              </a:buCl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CBC57-9634-007D-EC8A-CA13EB555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982" y="2057400"/>
            <a:ext cx="4360043" cy="417257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E3FC1-E21E-DE77-541B-92B57EEC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55182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22CB7-C5E4-337F-D3D6-43E25B6E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0653" y="6547265"/>
            <a:ext cx="25313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AFFDC31-CBF6-17B5-2856-1E1506FF7F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86" y="-50453"/>
            <a:ext cx="3427414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586F2A-4CE7-0B10-1178-8AD0F2D815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6" y="6547265"/>
            <a:ext cx="3427414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9" name="Picture 8" descr="A logo of a sea creature&#10;&#10;AI-generated content may be incorrect.">
            <a:extLst>
              <a:ext uri="{FF2B5EF4-FFF2-40B4-BE49-F238E27FC236}">
                <a16:creationId xmlns:a16="http://schemas.microsoft.com/office/drawing/2014/main" id="{B5EEADBA-55D6-0F42-428F-2BA544A7B4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9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- Content Slide, 2-column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532216-68F8-A5F3-4660-2A66E74D0E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497711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E3FC1-E21E-DE77-541B-92B57EEC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55182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22CB7-C5E4-337F-D3D6-43E25B6E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0653" y="6547265"/>
            <a:ext cx="2531346" cy="365125"/>
          </a:xfrm>
        </p:spPr>
        <p:txBody>
          <a:bodyPr/>
          <a:lstStyle>
            <a:lvl1pPr>
              <a:defRPr sz="1000"/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AFFDC31-CBF6-17B5-2856-1E1506FF7F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86" y="-50453"/>
            <a:ext cx="3427414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586F2A-4CE7-0B10-1178-8AD0F2D815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6" y="6547265"/>
            <a:ext cx="3427414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C1FAF1-69CB-88ED-F291-6D81BCB89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982" y="457200"/>
            <a:ext cx="4360043" cy="1442720"/>
          </a:xfr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068231-4387-46CA-F870-6EB1DFB7B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94303"/>
            <a:ext cx="6596830" cy="5428321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/>
            </a:lvl1pPr>
            <a:lvl2pPr>
              <a:buClr>
                <a:schemeClr val="accent5"/>
              </a:buClr>
              <a:defRPr sz="1800"/>
            </a:lvl2pPr>
            <a:lvl3pPr>
              <a:buClr>
                <a:schemeClr val="accent5"/>
              </a:buClr>
              <a:defRPr sz="1600"/>
            </a:lvl3pPr>
            <a:lvl4pPr>
              <a:buClr>
                <a:schemeClr val="accent5"/>
              </a:buClr>
              <a:defRPr sz="1400"/>
            </a:lvl4pPr>
            <a:lvl5pPr>
              <a:buClr>
                <a:schemeClr val="accent5"/>
              </a:buCl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69ED0F0-1C38-5B08-305C-D1EA4C30F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982" y="2057400"/>
            <a:ext cx="4360043" cy="417257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3" name="Picture 2" descr="A logo of a sea creature&#10;&#10;AI-generated content may be incorrect.">
            <a:extLst>
              <a:ext uri="{FF2B5EF4-FFF2-40B4-BE49-F238E27FC236}">
                <a16:creationId xmlns:a16="http://schemas.microsoft.com/office/drawing/2014/main" id="{C3BAFCE0-32DE-2E75-BB9C-A9BF757C96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19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ransition Slide (dark, waves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16DCA2A1-3C1B-559A-A4F0-99D384B75E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778" r="6875"/>
          <a:stretch/>
        </p:blipFill>
        <p:spPr>
          <a:xfrm rot="10800000">
            <a:off x="0" y="3962400"/>
            <a:ext cx="11353800" cy="2895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A75302-44F0-8802-B304-7BC1A575C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83842"/>
            <a:ext cx="10515600" cy="2852737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Transition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DDC3-80E6-7904-9F2C-1FD2C0E488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63567"/>
            <a:ext cx="10515600" cy="1500187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2C7F632-1861-BE9B-EE5F-DEA8A2DB25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A230F23-E3B0-4701-91C8-CC678C4FD9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37217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6459-B37E-4C89-4DFC-DDCD0320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3508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7583CE-6018-AAF4-99B6-E13E0DFF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5"/>
            <a:ext cx="30484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08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- Transition Slide (dark, nodes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ack background with blue lines and dots&#10;&#10;AI-generated content may be incorrect.">
            <a:extLst>
              <a:ext uri="{FF2B5EF4-FFF2-40B4-BE49-F238E27FC236}">
                <a16:creationId xmlns:a16="http://schemas.microsoft.com/office/drawing/2014/main" id="{F773D31C-1154-748B-0967-BE9C2184A0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1934" r="9153"/>
          <a:stretch>
            <a:fillRect/>
          </a:stretch>
        </p:blipFill>
        <p:spPr>
          <a:xfrm flipV="1">
            <a:off x="8802004" y="4099278"/>
            <a:ext cx="3389996" cy="27587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A75302-44F0-8802-B304-7BC1A575C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9038" y="1698171"/>
            <a:ext cx="8293925" cy="2354042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 Transition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DDC3-80E6-7904-9F2C-1FD2C0E488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49038" y="4079202"/>
            <a:ext cx="8293925" cy="1080628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2C7F632-1861-BE9B-EE5F-DEA8A2DB25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A230F23-E3B0-4701-91C8-CC678C4FD9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37217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A9444-695E-C98C-5C9E-48A2C278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3508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A1E2F7-008D-9B9E-6204-EA48AFE5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5"/>
            <a:ext cx="30484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Picture 15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FFA1B64A-90A3-F712-A735-7175138B6A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 l="233" t="14652"/>
          <a:stretch>
            <a:fillRect/>
          </a:stretch>
        </p:blipFill>
        <p:spPr>
          <a:xfrm>
            <a:off x="0" y="0"/>
            <a:ext cx="3921504" cy="169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26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- Transition Slide (light, wav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16DCA2A1-3C1B-559A-A4F0-99D384B75E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778" r="6875"/>
          <a:stretch/>
        </p:blipFill>
        <p:spPr>
          <a:xfrm>
            <a:off x="74218" y="-1"/>
            <a:ext cx="12117782" cy="30904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A75302-44F0-8802-B304-7BC1A575C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83842"/>
            <a:ext cx="10515600" cy="2852737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Transition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DDC3-80E6-7904-9F2C-1FD2C0E488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63567"/>
            <a:ext cx="10515600" cy="1500187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A230F23-E3B0-4701-91C8-CC678C4FD9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37217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2C7F632-1861-BE9B-EE5F-DEA8A2DB25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AB4A3-BC5F-517F-8EF0-E04381EE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35086" cy="365125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4C6B50A-B6F7-F684-1EAC-A927CC2D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5"/>
            <a:ext cx="30484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93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- Content Slide, 2-column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4A1F4180-3EBF-7448-722B-B3C200A375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8FE55-BD8E-5B90-8BD3-AA584748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57315"/>
            <a:ext cx="3125038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FC338-B52D-0712-33D9-3E3D952E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962" y="6557315"/>
            <a:ext cx="3125038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3A9987-E5DA-6414-1A32-1FF2EA8616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EEE24AE-043E-481D-928A-374FC587A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53452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DA99E98-1801-C41E-7535-BF3CC5EB8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5AD88BC-CEFE-A14E-A8D0-2CA8847BCA9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796AC-1A49-2119-5D2B-606CE576C0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7D6B39-FF11-7C38-AFBE-168B48DC6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1886" y="1958975"/>
            <a:ext cx="5627914" cy="4217987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>
                <a:solidFill>
                  <a:schemeClr val="bg1"/>
                </a:solidFill>
              </a:defRPr>
            </a:lvl1pPr>
            <a:lvl2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964804F-6D97-D475-943E-A7B044C62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58975"/>
            <a:ext cx="5714554" cy="4217987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>
                <a:solidFill>
                  <a:schemeClr val="bg1"/>
                </a:solidFill>
              </a:defRPr>
            </a:lvl1pPr>
            <a:lvl2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5621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- Content Slide, 2-column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EB991C5A-462F-6506-7D0F-BE81C9FB7A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CB44E-AD98-1473-30C3-2515C9C27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1886" y="1958975"/>
            <a:ext cx="5627914" cy="4217987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/>
            </a:lvl1pPr>
            <a:lvl2pPr>
              <a:buClr>
                <a:schemeClr val="accent5"/>
              </a:buClr>
              <a:defRPr sz="1800"/>
            </a:lvl2pPr>
            <a:lvl3pPr>
              <a:buClr>
                <a:schemeClr val="accent5"/>
              </a:buClr>
              <a:defRPr sz="1600"/>
            </a:lvl3pPr>
            <a:lvl4pPr>
              <a:buClr>
                <a:schemeClr val="accent5"/>
              </a:buClr>
              <a:defRPr sz="1400"/>
            </a:lvl4pPr>
            <a:lvl5pPr>
              <a:buClr>
                <a:schemeClr val="accent5"/>
              </a:buClr>
              <a:defRPr sz="12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479C6-A100-E79E-2FAD-E9ADDE7E2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58975"/>
            <a:ext cx="5714554" cy="4217987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2000"/>
            </a:lvl1pPr>
            <a:lvl2pPr>
              <a:buClr>
                <a:schemeClr val="accent5"/>
              </a:buClr>
              <a:defRPr sz="1800"/>
            </a:lvl2pPr>
            <a:lvl3pPr>
              <a:buClr>
                <a:schemeClr val="accent5"/>
              </a:buClr>
              <a:defRPr sz="1600"/>
            </a:lvl3pPr>
            <a:lvl4pPr>
              <a:buClr>
                <a:schemeClr val="accent5"/>
              </a:buClr>
              <a:defRPr sz="1400"/>
            </a:lvl4pPr>
            <a:lvl5pPr>
              <a:buClr>
                <a:schemeClr val="accent5"/>
              </a:buClr>
              <a:defRPr sz="12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A5AD6-CDEE-1DA1-D13A-4529C587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6"/>
            <a:ext cx="3135086" cy="365125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383D7-C2D1-EA9A-6474-597978DC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6"/>
            <a:ext cx="3048446" cy="365125"/>
          </a:xfrm>
        </p:spPr>
        <p:txBody>
          <a:bodyPr/>
          <a:lstStyle>
            <a:lvl1pPr>
              <a:defRPr sz="1000"/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5876D44-44EB-5608-2A84-F995C2AB53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C5BBEF-33E8-B47A-BB00-93A2CE9746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6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D1C3A-2FD6-3F15-7945-CBD2F4B15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E18D85-4813-0AF5-A2A3-21767AC7BBF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8" name="Picture 7" descr="A logo of a sea creature&#10;&#10;AI-generated content may be incorrect.">
            <a:extLst>
              <a:ext uri="{FF2B5EF4-FFF2-40B4-BE49-F238E27FC236}">
                <a16:creationId xmlns:a16="http://schemas.microsoft.com/office/drawing/2014/main" id="{FD131268-9244-F164-B6F9-ED942A3329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26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- Content Slide, 3-column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4A1F4180-3EBF-7448-722B-B3C200A375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DE67A-052F-ADBD-8747-31C9A500E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838" y="3296093"/>
            <a:ext cx="3275762" cy="612482"/>
          </a:xfrm>
        </p:spPr>
        <p:txBody>
          <a:bodyPr anchor="t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626C8-BDC1-3E6D-49A2-2384E5EB7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838" y="3943049"/>
            <a:ext cx="3275762" cy="2246613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5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8FE55-BD8E-5B90-8BD3-AA584748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57315"/>
            <a:ext cx="3125038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FC338-B52D-0712-33D9-3E3D952E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962" y="6557315"/>
            <a:ext cx="3125038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3A9987-E5DA-6414-1A32-1FF2EA8616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EEE24AE-043E-481D-928A-374FC587A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53452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F8567E-7B4D-CA70-B663-26343B3D788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458119" y="3296093"/>
            <a:ext cx="3275762" cy="612482"/>
          </a:xfrm>
        </p:spPr>
        <p:txBody>
          <a:bodyPr anchor="t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911DF83-BBE1-4B85-1B00-C141D482976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458119" y="3943049"/>
            <a:ext cx="3275762" cy="2246613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F4C6D1F-7597-D979-3D38-2976D7BA9E02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534400" y="3296093"/>
            <a:ext cx="3275762" cy="612482"/>
          </a:xfrm>
        </p:spPr>
        <p:txBody>
          <a:bodyPr anchor="t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21BA009-1310-414D-E353-10F96C4FCD44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534400" y="3943049"/>
            <a:ext cx="3275762" cy="2246613"/>
          </a:xfrm>
        </p:spPr>
        <p:txBody>
          <a:bodyPr>
            <a:noAutofit/>
          </a:bodyPr>
          <a:lstStyle>
            <a:lvl1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accent5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DA99E98-1801-C41E-7535-BF3CC5EB8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5AD88BC-CEFE-A14E-A8D0-2CA8847BCA9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796AC-1A49-2119-5D2B-606CE576C0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434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- Content Slide, 3-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24800CCA-6A46-388E-DD0F-BA23CA5790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DE67A-052F-ADBD-8747-31C9A500E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838" y="3296093"/>
            <a:ext cx="3275762" cy="612482"/>
          </a:xfrm>
        </p:spPr>
        <p:txBody>
          <a:bodyPr anchor="t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626C8-BDC1-3E6D-49A2-2384E5EB7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838" y="3943049"/>
            <a:ext cx="3275762" cy="224661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8FE55-BD8E-5B90-8BD3-AA584748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57315"/>
            <a:ext cx="3125038" cy="365125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FC338-B52D-0712-33D9-3E3D952E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962" y="6557315"/>
            <a:ext cx="3125038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3A9987-E5DA-6414-1A32-1FF2EA8616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EEE24AE-043E-481D-928A-374FC587A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53452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F8567E-7B4D-CA70-B663-26343B3D788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458119" y="3296093"/>
            <a:ext cx="3275762" cy="612482"/>
          </a:xfrm>
        </p:spPr>
        <p:txBody>
          <a:bodyPr anchor="t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911DF83-BBE1-4B85-1B00-C141D482976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458119" y="3943049"/>
            <a:ext cx="3275762" cy="224661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F4C6D1F-7597-D979-3D38-2976D7BA9E02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534400" y="3296093"/>
            <a:ext cx="3275762" cy="612482"/>
          </a:xfrm>
        </p:spPr>
        <p:txBody>
          <a:bodyPr anchor="t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21BA009-1310-414D-E353-10F96C4FCD44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534400" y="3943049"/>
            <a:ext cx="3275762" cy="224661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14C3C-EA6D-F31E-E2D2-C416148934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BE53E9-38BF-20E8-0A72-8FEB98CF79F7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2" name="Picture 11" descr="A logo of a sea creature&#10;&#10;AI-generated content may be incorrect.">
            <a:extLst>
              <a:ext uri="{FF2B5EF4-FFF2-40B4-BE49-F238E27FC236}">
                <a16:creationId xmlns:a16="http://schemas.microsoft.com/office/drawing/2014/main" id="{A6B028D2-8B73-48FF-35AF-2C105C5B64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74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 - Blank w/Title Slide (dark, waves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78C2B8B2-B4AE-F383-B61E-5D0364B56F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F95B4A3-CA8F-1DE5-CCA2-9CD4AB41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3508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D1F9E9D-392B-A16C-5048-D6973182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5"/>
            <a:ext cx="30484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B8BB6DE-E48B-F467-F130-B859A99F68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1731AF2-98A5-8999-AF07-DCB6AE2FD0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5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BA09CF-631C-AE77-7A60-E35163E8A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3EB1CD-C963-3940-A82C-598E508EF2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D3938C-E964-0795-20E4-24BEAF02EC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6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 - Blank w/Title Slide (light, wav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152C586A-B8B7-EFB1-AB1B-49C573F1AE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BB1E9-81D6-0C38-57BD-8CA91553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6"/>
            <a:ext cx="3581400" cy="365125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1BC0D-0662-E270-DBC6-EF30417E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47266"/>
            <a:ext cx="3581400" cy="365125"/>
          </a:xfrm>
        </p:spPr>
        <p:txBody>
          <a:bodyPr/>
          <a:lstStyle>
            <a:lvl1pPr>
              <a:defRPr sz="1000"/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274413D-BC08-8DD3-5F4A-1ED7B26ACB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CC39E8-311F-3CCE-A492-B24C43BECD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6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CDB99-68A6-75A3-883C-12CB4AF77B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886" y="365126"/>
            <a:ext cx="10496902" cy="559412"/>
          </a:xfrm>
        </p:spPr>
        <p:txBody>
          <a:bodyPr anchor="t">
            <a:noAutofit/>
          </a:bodyPr>
          <a:lstStyle>
            <a:lvl1pPr>
              <a:defRPr sz="36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A65B8-1B57-77CF-AD89-AA375C1F60C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91886" y="971699"/>
            <a:ext cx="10496902" cy="51749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F6528"/>
                </a:solidFill>
              </a:defRPr>
            </a:lvl1pPr>
            <a:lvl2pPr>
              <a:defRPr sz="18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800">
                <a:solidFill>
                  <a:schemeClr val="accent5"/>
                </a:solidFill>
              </a:defRPr>
            </a:lvl4pPr>
            <a:lvl5pPr>
              <a:defRPr sz="18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8" name="Picture 7" descr="A logo of a sea creature&#10;&#10;AI-generated content may be incorrect.">
            <a:extLst>
              <a:ext uri="{FF2B5EF4-FFF2-40B4-BE49-F238E27FC236}">
                <a16:creationId xmlns:a16="http://schemas.microsoft.com/office/drawing/2014/main" id="{8021C625-F0DD-5193-CA00-7ACD242653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328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- Blank Slide (dark, waves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D80A0678-A661-C1FA-C9F1-68DC67357A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F95B4A3-CA8F-1DE5-CCA2-9CD4AB41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3508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D1F9E9D-392B-A16C-5048-D6973182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5"/>
            <a:ext cx="30484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B8BB6DE-E48B-F467-F130-B859A99F68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1731AF2-98A5-8999-AF07-DCB6AE2FD0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5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92B2F5-49C0-7F4D-2D3D-189DFC97FB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247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- Blank Slide (light, wav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DCE77564-27B3-4C5B-842E-7D166BAEEA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5370708"/>
            <a:ext cx="12192000" cy="148729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20A415-C6AA-D89F-74B9-FEA90417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57314"/>
            <a:ext cx="3581400" cy="365125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BD0E3-85FE-93B6-CDA3-0B026A33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57314"/>
            <a:ext cx="3581400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ACA03B9-C888-FCBD-0A6D-C86A4AFAF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EC7D23E-2FE1-1D6F-07B3-C590D6C438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5731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7" name="Picture 6" descr="A logo of a sea creature&#10;&#10;AI-generated content may be incorrect.">
            <a:extLst>
              <a:ext uri="{FF2B5EF4-FFF2-40B4-BE49-F238E27FC236}">
                <a16:creationId xmlns:a16="http://schemas.microsoft.com/office/drawing/2014/main" id="{A1003E1D-AE63-E792-8B9C-0A0AF01180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28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 - Blank Slid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F95B4A3-CA8F-1DE5-CCA2-9CD4AB41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7265"/>
            <a:ext cx="3135086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D1F9E9D-392B-A16C-5048-D6973182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3554" y="6547265"/>
            <a:ext cx="3048446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B8BB6DE-E48B-F467-F130-B859A99F68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1731AF2-98A5-8999-AF07-DCB6AE2FD0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47265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F37ED9-0387-5E81-71B9-16F8542377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1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 - Blank Slid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20A415-C6AA-D89F-74B9-FEA90417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57314"/>
            <a:ext cx="3581400" cy="365125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en-US"/>
              <a:t>DD Month YYYY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BD0E3-85FE-93B6-CDA3-0B026A33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57314"/>
            <a:ext cx="3581400" cy="365125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ACA03B9-C888-FCBD-0A6D-C86A4AFAF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EC7D23E-2FE1-1D6F-07B3-C590D6C438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5731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3" name="Picture 2" descr="A logo of a sea creature&#10;&#10;AI-generated content may be incorrect.">
            <a:extLst>
              <a:ext uri="{FF2B5EF4-FFF2-40B4-BE49-F238E27FC236}">
                <a16:creationId xmlns:a16="http://schemas.microsoft.com/office/drawing/2014/main" id="{0300B576-59B1-EA2A-6A0A-4187CE3C87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2657" y="131952"/>
            <a:ext cx="600928" cy="7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 - Thank You Slid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A94BE98A-B6F5-7803-181A-EBA835E9CA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778" r="6875"/>
          <a:stretch/>
        </p:blipFill>
        <p:spPr>
          <a:xfrm rot="10800000">
            <a:off x="0" y="3962400"/>
            <a:ext cx="11353800" cy="2895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A75302-44F0-8802-B304-7BC1A575C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8489"/>
            <a:ext cx="10515600" cy="881022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D33D3C5-3CC5-E521-6FE8-71D94899C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29AF74E-737F-AA31-5B75-04D1C3AE5E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37218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031B8-BC54-8942-3FB9-57960BE14B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290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 - Thank You Slide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A94BE98A-B6F5-7803-181A-EBA835E9CA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778" r="6875"/>
          <a:stretch/>
        </p:blipFill>
        <p:spPr>
          <a:xfrm rot="10800000">
            <a:off x="0" y="3962400"/>
            <a:ext cx="11353800" cy="2895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A75302-44F0-8802-B304-7BC1A575C6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88489"/>
            <a:ext cx="10515600" cy="881022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D33D3C5-3CC5-E521-6FE8-71D94899C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29AF74E-737F-AA31-5B75-04D1C3AE5E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37218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031B8-BC54-8942-3FB9-57960BE14B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57" y="131952"/>
            <a:ext cx="600928" cy="7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65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 - Closing Slid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8A86F8AD-A416-C06C-E527-70DB908B7B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778" r="6875"/>
          <a:stretch/>
        </p:blipFill>
        <p:spPr>
          <a:xfrm rot="10800000">
            <a:off x="0" y="3962400"/>
            <a:ext cx="11353800" cy="2895600"/>
          </a:xfrm>
          <a:prstGeom prst="rect">
            <a:avLst/>
          </a:prstGeom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D33D3C5-3CC5-E521-6FE8-71D94899C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29AF74E-737F-AA31-5B75-04D1C3AE5E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37218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491E7-FD61-A9A0-D86C-DC60F55325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3026" y="925902"/>
            <a:ext cx="3125948" cy="3125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7A7CCB-5541-C490-F970-E93600B73926}"/>
              </a:ext>
            </a:extLst>
          </p:cNvPr>
          <p:cNvSpPr txBox="1"/>
          <p:nvPr userDrawn="1"/>
        </p:nvSpPr>
        <p:spPr>
          <a:xfrm>
            <a:off x="3047198" y="433102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>
                <a:solidFill>
                  <a:schemeClr val="bg1"/>
                </a:solidFill>
              </a:rPr>
              <a:t>Agile. Decisive. Lethal.</a:t>
            </a:r>
          </a:p>
        </p:txBody>
      </p:sp>
    </p:spTree>
    <p:extLst>
      <p:ext uri="{BB962C8B-B14F-4D97-AF65-F5344CB8AC3E}">
        <p14:creationId xmlns:p14="http://schemas.microsoft.com/office/powerpoint/2010/main" val="18069632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 - Closing Slide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ange lines on a black background&#10;&#10;Description automatically generated">
            <a:extLst>
              <a:ext uri="{FF2B5EF4-FFF2-40B4-BE49-F238E27FC236}">
                <a16:creationId xmlns:a16="http://schemas.microsoft.com/office/drawing/2014/main" id="{8A86F8AD-A416-C06C-E527-70DB908B7B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778" r="6875"/>
          <a:stretch/>
        </p:blipFill>
        <p:spPr>
          <a:xfrm rot="10800000">
            <a:off x="0" y="3962400"/>
            <a:ext cx="11353800" cy="2895600"/>
          </a:xfrm>
          <a:prstGeom prst="rect">
            <a:avLst/>
          </a:prstGeom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BD33D3C5-3CC5-E521-6FE8-71D94899C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0" y="-50453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29AF74E-737F-AA31-5B75-04D1C3AE5E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537218"/>
            <a:ext cx="4114800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Control &amp; Classifications Markings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491E7-FD61-A9A0-D86C-DC60F55325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3026" y="925902"/>
            <a:ext cx="3125948" cy="3125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7A7CCB-5541-C490-F970-E93600B73926}"/>
              </a:ext>
            </a:extLst>
          </p:cNvPr>
          <p:cNvSpPr txBox="1"/>
          <p:nvPr userDrawn="1"/>
        </p:nvSpPr>
        <p:spPr>
          <a:xfrm>
            <a:off x="3047198" y="433102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>
                <a:solidFill>
                  <a:schemeClr val="accent1"/>
                </a:solidFill>
              </a:rPr>
              <a:t>Agile. Decisive. Lethal.</a:t>
            </a:r>
          </a:p>
        </p:txBody>
      </p:sp>
    </p:spTree>
    <p:extLst>
      <p:ext uri="{BB962C8B-B14F-4D97-AF65-F5344CB8AC3E}">
        <p14:creationId xmlns:p14="http://schemas.microsoft.com/office/powerpoint/2010/main" val="3396710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E8CB8-FA17-3A93-9CE4-674C267C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60BF7-8BF3-F5EB-B1FF-97870B81E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F1EB6-67D5-A22C-800D-8AAF2A30B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37945-F7FF-935D-AE0C-53A803B5E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Control &amp; Classifications Markings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2165C-A30E-607B-D12F-C94580B15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5"/>
                </a:solidFill>
              </a:defRPr>
            </a:lvl1pPr>
          </a:lstStyle>
          <a:p>
            <a:fld id="{D63A8F6B-FE06-9F4B-88C6-58A1FC5E56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1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5" r:id="rId2"/>
    <p:sldLayoutId id="2147483696" r:id="rId3"/>
    <p:sldLayoutId id="2147483688" r:id="rId4"/>
    <p:sldLayoutId id="2147483663" r:id="rId5"/>
    <p:sldLayoutId id="2147483657" r:id="rId6"/>
    <p:sldLayoutId id="2147483690" r:id="rId7"/>
    <p:sldLayoutId id="2147483659" r:id="rId8"/>
    <p:sldLayoutId id="2147483664" r:id="rId9"/>
    <p:sldLayoutId id="2147483656" r:id="rId10"/>
    <p:sldLayoutId id="2147483665" r:id="rId11"/>
    <p:sldLayoutId id="2147483651" r:id="rId12"/>
    <p:sldLayoutId id="2147483689" r:id="rId13"/>
    <p:sldLayoutId id="2147483677" r:id="rId14"/>
    <p:sldLayoutId id="2147483699" r:id="rId15"/>
    <p:sldLayoutId id="2147483652" r:id="rId16"/>
    <p:sldLayoutId id="2147483670" r:id="rId17"/>
    <p:sldLayoutId id="2147483669" r:id="rId18"/>
    <p:sldLayoutId id="2147483666" r:id="rId19"/>
    <p:sldLayoutId id="2147483654" r:id="rId20"/>
    <p:sldLayoutId id="2147483667" r:id="rId21"/>
    <p:sldLayoutId id="2147483655" r:id="rId22"/>
    <p:sldLayoutId id="2147483694" r:id="rId23"/>
    <p:sldLayoutId id="2147483685" r:id="rId24"/>
    <p:sldLayoutId id="2147483662" r:id="rId25"/>
    <p:sldLayoutId id="2147483698" r:id="rId26"/>
    <p:sldLayoutId id="2147483691" r:id="rId27"/>
    <p:sldLayoutId id="2147483697" r:id="rId2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EF5C-8FDE-164C-7A3B-53C7C6D65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855" y="2848054"/>
            <a:ext cx="9923428" cy="1315854"/>
          </a:xfrm>
        </p:spPr>
        <p:txBody>
          <a:bodyPr/>
          <a:lstStyle/>
          <a:p>
            <a:r>
              <a:rPr lang="en-US" dirty="0"/>
              <a:t>PMW 120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F0E99-AD57-5898-6AD5-E91A5A7D3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3F4E5-ECD6-20E2-57F8-5BAB4819D2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4367E2-E4AE-DA04-5564-4ECB1C5BB5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A276CF-46E0-04F4-DA3D-16DBB45007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err="1"/>
              <a:t>asdf</a:t>
            </a:r>
            <a:endParaRPr lang="en-US" dirty="0"/>
          </a:p>
          <a:p>
            <a:r>
              <a:rPr lang="en-US" dirty="0"/>
              <a:t>24 July 2026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5AC92E2-ADED-6CB0-AE23-24DF84928E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Prepared by:</a:t>
            </a:r>
          </a:p>
          <a:p>
            <a:r>
              <a:rPr lang="en-US" dirty="0"/>
              <a:t>Juan Bautista</a:t>
            </a:r>
          </a:p>
          <a:p>
            <a:r>
              <a:rPr lang="en-US" dirty="0"/>
              <a:t>Assistant Program Manager – Engineering (APM-E)</a:t>
            </a:r>
          </a:p>
          <a:p>
            <a:r>
              <a:rPr lang="en-US" dirty="0"/>
              <a:t>323-807-7747 Mobile, juan.j.bautista.civ@us.navy.mil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ED10F7-E811-0AA5-C91F-95E4B23AF4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8CC8B-5C3B-75FE-8EBF-AAEB27F14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69A75-6C92-EA7D-A94D-6C99A250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74016-4A80-9FE7-F4FB-B8D5B6823A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008" y="2144814"/>
            <a:ext cx="8563168" cy="313932"/>
          </a:xfrm>
        </p:spPr>
        <p:txBody>
          <a:bodyPr/>
          <a:lstStyle/>
          <a:p>
            <a:r>
              <a:rPr lang="en-US" dirty="0"/>
              <a:t>NCE Scorecard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AC25A-6A21-926B-465B-0C1954EB75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4B5CD-DDFE-3E0C-188E-BE1CDA75D6E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A6FBF4-EAF8-D8CA-5D61-1CFCA59D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F08F69-6112-5109-E0CC-D3825AD2C4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9557" y="2144814"/>
            <a:ext cx="444843" cy="313932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D362F5-21DC-2F65-F2CE-190DC6F619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074008" y="2607898"/>
            <a:ext cx="8563168" cy="313932"/>
          </a:xfrm>
        </p:spPr>
        <p:txBody>
          <a:bodyPr/>
          <a:lstStyle/>
          <a:p>
            <a:r>
              <a:rPr lang="en-US" dirty="0"/>
              <a:t>Areas of Success &amp; What Worked Well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EBA539-90FD-D8B8-D9EF-B0937C211C9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9557" y="2607898"/>
            <a:ext cx="444843" cy="313932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DD6364-D372-F92A-F58E-5AD83B179E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74008" y="3070982"/>
            <a:ext cx="8563168" cy="313932"/>
          </a:xfrm>
        </p:spPr>
        <p:txBody>
          <a:bodyPr/>
          <a:lstStyle/>
          <a:p>
            <a:r>
              <a:rPr lang="en-US" dirty="0"/>
              <a:t>Areas for Improvement &amp; Pain Points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A71583-D0F7-37C9-CECF-62D7C2D1876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9557" y="3070982"/>
            <a:ext cx="444843" cy="313932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68379F8-FC1B-3A1F-E62A-DD4D5725C54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74008" y="3534066"/>
            <a:ext cx="8563168" cy="313932"/>
          </a:xfrm>
        </p:spPr>
        <p:txBody>
          <a:bodyPr/>
          <a:lstStyle/>
          <a:p>
            <a:r>
              <a:rPr lang="en-US" dirty="0"/>
              <a:t>120 NCE Enhancement Requests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9B8FAD-71F2-DE47-0022-17E39A2767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69557" y="3534066"/>
            <a:ext cx="444843" cy="313932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EC37C72-972A-DD72-F55C-82366EC153D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074008" y="3997150"/>
            <a:ext cx="8563168" cy="313932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76F1DC0-D033-6AA8-3330-92DD4264833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9557" y="3997150"/>
            <a:ext cx="444843" cy="313932"/>
          </a:xfrm>
        </p:spPr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CB9652A-AA9B-26D0-AD96-5E6917703566}"/>
              </a:ext>
            </a:extLst>
          </p:cNvPr>
          <p:cNvSpPr txBox="1">
            <a:spLocks/>
          </p:cNvSpPr>
          <p:nvPr/>
        </p:nvSpPr>
        <p:spPr>
          <a:xfrm>
            <a:off x="1074008" y="1681730"/>
            <a:ext cx="8563168" cy="3139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BLUF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98351C68-D644-7721-D7CC-A80DC8513F79}"/>
              </a:ext>
            </a:extLst>
          </p:cNvPr>
          <p:cNvSpPr txBox="1">
            <a:spLocks/>
          </p:cNvSpPr>
          <p:nvPr/>
        </p:nvSpPr>
        <p:spPr>
          <a:xfrm>
            <a:off x="469557" y="1681730"/>
            <a:ext cx="444843" cy="3139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rgbClr val="FF652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2511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CBDB-76E6-9C06-1C39-38E4EC1D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055CAE-F6F3-C159-0D8C-3FA61751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5145A0-B90D-0E32-0225-D31D342A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F6B-FE06-9F4B-88C6-58A1FC5E56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BCCE7D-F37E-EC62-D8E6-4607263575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A21F45-25C6-CB0C-9EE5-50B52D6266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339DA7D-45A6-825F-874B-BA3ED6D35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 NCE from OSA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AA3D01D-30D3-7490-F1ED-E7FDEEC3E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240442"/>
            <a:ext cx="11330927" cy="4788217"/>
          </a:xfrm>
        </p:spPr>
        <p:txBody>
          <a:bodyPr/>
          <a:lstStyle/>
          <a:p>
            <a:r>
              <a:rPr lang="en-US" b="1" dirty="0"/>
              <a:t>Migrate without ATO</a:t>
            </a:r>
          </a:p>
          <a:p>
            <a:pPr lvl="1"/>
            <a:r>
              <a:rPr lang="en-US" dirty="0"/>
              <a:t>When???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66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0317-E1D9-F7EC-4A80-A1BEF6A9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1EA53-7B28-D6A1-1F81-CF0DA563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F6B-FE06-9F4B-88C6-58A1FC5E56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8383825-8968-B29C-F82D-827841D267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FEAA5E-562E-2FDD-6037-BCE169C060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E3FE022-DB24-2427-C77D-4C2C15D4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2" y="457200"/>
            <a:ext cx="4360043" cy="740979"/>
          </a:xfrm>
        </p:spPr>
        <p:txBody>
          <a:bodyPr/>
          <a:lstStyle/>
          <a:p>
            <a:r>
              <a:rPr lang="en-US" dirty="0"/>
              <a:t>BLUF</a:t>
            </a:r>
            <a:endParaRPr lang="en-US" strike="sngStrike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233D792-E210-0408-DA92-4DC904BE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885" y="1531301"/>
            <a:ext cx="6852863" cy="3965373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/>
              <a:t>1. Successfully Completed 3 NCE Pilots</a:t>
            </a:r>
          </a:p>
          <a:p>
            <a:pPr lvl="1"/>
            <a:r>
              <a:rPr lang="en-US" sz="2000" dirty="0"/>
              <a:t>Oct – Dec 2025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dirty="0"/>
              <a:t>2. Recommend we Move Forward!</a:t>
            </a:r>
          </a:p>
          <a:p>
            <a:pPr marL="0" indent="0">
              <a:buNone/>
            </a:pPr>
            <a:endParaRPr lang="en-US" dirty="0"/>
          </a:p>
          <a:p>
            <a:pPr marL="339725" indent="-339725">
              <a:buNone/>
            </a:pPr>
            <a:r>
              <a:rPr lang="en-US" sz="2600" dirty="0"/>
              <a:t>3. Developing Customizable IMS Template to Onboard All PMW 120 Programs this Year!</a:t>
            </a:r>
          </a:p>
          <a:p>
            <a:pPr lvl="1"/>
            <a:r>
              <a:rPr lang="en-US" sz="2000" dirty="0"/>
              <a:t>Working with Contracts &amp; PSS to develop template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79085B-8119-DB18-D1F7-6ADA5404C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62459"/>
            <a:ext cx="4986403" cy="279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con&#10;&#10;AI-generated content may be incorrect.">
            <a:extLst>
              <a:ext uri="{FF2B5EF4-FFF2-40B4-BE49-F238E27FC236}">
                <a16:creationId xmlns:a16="http://schemas.microsoft.com/office/drawing/2014/main" id="{CFE1B3A2-8018-61A5-BCF8-6A09242C0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758" y="1683367"/>
            <a:ext cx="2459287" cy="237909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6B353-CEF1-ABCB-B609-697EBEA4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</p:spTree>
    <p:extLst>
      <p:ext uri="{BB962C8B-B14F-4D97-AF65-F5344CB8AC3E}">
        <p14:creationId xmlns:p14="http://schemas.microsoft.com/office/powerpoint/2010/main" val="3572305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163D-4416-E469-4990-AA4EA169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FE247-B6B0-A951-D835-44987287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65F44-B3E4-265B-FA2D-E1ED8C1C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F6B-FE06-9F4B-88C6-58A1FC5E56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EEDC34-FD11-09C5-BD9F-00168AF551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16C100-131E-D7C7-4C43-6C0C44C3E5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0C9EA75-5EF2-9BD4-353A-48F981A7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NCE Scorecard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E264DA1-44C4-627C-B2D4-CC4E91D7E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396305"/>
            <a:ext cx="11494868" cy="721922"/>
          </a:xfrm>
        </p:spPr>
        <p:txBody>
          <a:bodyPr/>
          <a:lstStyle/>
          <a:p>
            <a:r>
              <a:rPr lang="en-US" sz="1800" u="sng" dirty="0"/>
              <a:t>Pilot Assessment Coverage</a:t>
            </a:r>
            <a:r>
              <a:rPr lang="en-US" sz="1800" dirty="0"/>
              <a:t>: Breadth / Depth of PMW 120 Testing</a:t>
            </a:r>
          </a:p>
          <a:p>
            <a:r>
              <a:rPr lang="en-US" sz="1800" u="sng" dirty="0"/>
              <a:t>NCE Capability Score</a:t>
            </a:r>
            <a:r>
              <a:rPr lang="en-US" sz="1800" dirty="0"/>
              <a:t>: Completeness / Maturity of NCE Platform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C74B7D-D08B-C77A-D988-CFB7F6F871B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Pilot Assessment Coverage + NCE Capability Score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4C85495-BD25-95F5-54B2-1833EDFA3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542142"/>
              </p:ext>
            </p:extLst>
          </p:nvPr>
        </p:nvGraphicFramePr>
        <p:xfrm>
          <a:off x="112845" y="2169597"/>
          <a:ext cx="11966310" cy="4199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4078012" imgH="4940125" progId="Excel.Sheet.12">
                  <p:embed/>
                </p:oleObj>
              </mc:Choice>
              <mc:Fallback>
                <p:oleObj name="Worksheet" r:id="rId3" imgW="14078012" imgH="494012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4C85495-BD25-95F5-54B2-1833EDFA39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845" y="2169597"/>
                        <a:ext cx="11966310" cy="4199106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88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1831-1FDB-77C3-3341-2731F134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F3C13-7726-0555-3092-FBC88F475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1FA56A-373B-E6BC-9E9B-520B8542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F6B-FE06-9F4B-88C6-58A1FC5E56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CD3734-A227-DEE8-7067-311D54AC23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8AD843-6A82-6D35-47B1-4B0C724128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608E3EE-16E2-367A-B0FA-C9E2E457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of Success &amp; What Worked Well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1D687E0-D5F4-34A4-4D01-92823FD1A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240442"/>
            <a:ext cx="11330927" cy="4788217"/>
          </a:xfrm>
        </p:spPr>
        <p:txBody>
          <a:bodyPr/>
          <a:lstStyle/>
          <a:p>
            <a:r>
              <a:rPr lang="en-US" b="1" dirty="0"/>
              <a:t>Capabilities</a:t>
            </a:r>
          </a:p>
          <a:p>
            <a:pPr lvl="1"/>
            <a:r>
              <a:rPr lang="en-US" dirty="0"/>
              <a:t> Teams should adopt NCE quickly, it is a modern, cloud based, fully featured DevSecOps platform</a:t>
            </a:r>
          </a:p>
          <a:p>
            <a:pPr lvl="2"/>
            <a:r>
              <a:rPr lang="en-US" dirty="0"/>
              <a:t>Consistent across IL5, IL6, and IL7 enclaves, based on GitLab and AWS</a:t>
            </a:r>
          </a:p>
          <a:p>
            <a:pPr lvl="1"/>
            <a:r>
              <a:rPr lang="en-US" dirty="0"/>
              <a:t>Lift &amp; Shift of non-NCE containerized apps were successfully deployed &amp; run w/in NCE (IL5, IL6, IL7)</a:t>
            </a:r>
          </a:p>
          <a:p>
            <a:pPr lvl="2"/>
            <a:r>
              <a:rPr lang="en-US" dirty="0"/>
              <a:t>Created new pipelines within NCE and deployed to AWS</a:t>
            </a:r>
          </a:p>
          <a:p>
            <a:pPr lvl="1"/>
            <a:r>
              <a:rPr lang="en-US" dirty="0"/>
              <a:t>Containers pulled from external repositories &amp; successfully deployed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b="1" dirty="0"/>
              <a:t>Environment</a:t>
            </a:r>
          </a:p>
          <a:p>
            <a:pPr lvl="1"/>
            <a:r>
              <a:rPr lang="en-US" dirty="0"/>
              <a:t>Containers &amp; pipeline automation highly supported w/in GitLab</a:t>
            </a:r>
          </a:p>
          <a:p>
            <a:pPr lvl="1"/>
            <a:r>
              <a:rPr lang="en-US" dirty="0"/>
              <a:t>SAST, DAST, Container, &amp; ACAS Scans fully supported in pipelines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b="1" dirty="0"/>
              <a:t>Lead Capability Integrator (LCI) Directive</a:t>
            </a:r>
          </a:p>
          <a:p>
            <a:pPr lvl="1"/>
            <a:r>
              <a:rPr lang="en-US" dirty="0"/>
              <a:t>LCI Issues Management will migrate to NCE GitLab Issues at portfolio / 120 level in IL7 </a:t>
            </a:r>
          </a:p>
          <a:p>
            <a:pPr lvl="2"/>
            <a:r>
              <a:rPr lang="en-US" dirty="0"/>
              <a:t>Supports IL5 &amp; IL6 visibility with generic data labels</a:t>
            </a:r>
          </a:p>
          <a:p>
            <a:pPr lvl="1"/>
            <a:r>
              <a:rPr lang="en-US" dirty="0"/>
              <a:t>Value Stream Management (VSM) will be implemented using GitLab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056" name="Picture 8" descr="Bullseye Generic Blue icon | Freepik">
            <a:extLst>
              <a:ext uri="{FF2B5EF4-FFF2-40B4-BE49-F238E27FC236}">
                <a16:creationId xmlns:a16="http://schemas.microsoft.com/office/drawing/2014/main" id="{C68BB8CC-B0E6-D85B-4CB9-673A01432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729" y="2550441"/>
            <a:ext cx="2438095" cy="243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B1338CD5-9504-AEFB-E2A6-8F1DCF0C6D62}"/>
              </a:ext>
            </a:extLst>
          </p:cNvPr>
          <p:cNvSpPr/>
          <p:nvPr/>
        </p:nvSpPr>
        <p:spPr>
          <a:xfrm rot="2788599">
            <a:off x="9322183" y="2914492"/>
            <a:ext cx="1645920" cy="357699"/>
          </a:xfrm>
          <a:prstGeom prst="rightArrow">
            <a:avLst/>
          </a:prstGeom>
          <a:solidFill>
            <a:srgbClr val="00B0F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Capabilities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74B19DE-69F6-9D3C-502D-1C1CAA0A6331}"/>
              </a:ext>
            </a:extLst>
          </p:cNvPr>
          <p:cNvSpPr/>
          <p:nvPr/>
        </p:nvSpPr>
        <p:spPr>
          <a:xfrm>
            <a:off x="8282658" y="3636243"/>
            <a:ext cx="2270208" cy="357699"/>
          </a:xfrm>
          <a:prstGeom prst="rightArrow">
            <a:avLst/>
          </a:prstGeom>
          <a:solidFill>
            <a:srgbClr val="00B0F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0F9F13D-70B8-644A-336D-71F3151E9ACF}"/>
              </a:ext>
            </a:extLst>
          </p:cNvPr>
          <p:cNvSpPr/>
          <p:nvPr/>
        </p:nvSpPr>
        <p:spPr>
          <a:xfrm rot="19267079">
            <a:off x="9265706" y="4277430"/>
            <a:ext cx="1645920" cy="357699"/>
          </a:xfrm>
          <a:prstGeom prst="rightArrow">
            <a:avLst/>
          </a:prstGeom>
          <a:solidFill>
            <a:srgbClr val="00B0F0">
              <a:alpha val="7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LCI Directive</a:t>
            </a:r>
          </a:p>
        </p:txBody>
      </p:sp>
    </p:spTree>
    <p:extLst>
      <p:ext uri="{BB962C8B-B14F-4D97-AF65-F5344CB8AC3E}">
        <p14:creationId xmlns:p14="http://schemas.microsoft.com/office/powerpoint/2010/main" val="184888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7706-E39F-10F7-A901-2FFC0F3B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C5586-3AAC-80D2-58B7-A4CBC0E1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904434-FE2B-8ABB-C7A6-57A42A004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F6B-FE06-9F4B-88C6-58A1FC5E56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38CD01-2EA2-D2AA-C1D5-2A6FFBA5C9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73C33A4-1D28-7EF4-399E-923F5A5A3A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C3CC753-3D59-9162-D490-B4AD7A0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for Improvement &amp; Pain Points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C1568BA-5CBF-4287-3364-187F1F1D6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517" y="1147977"/>
            <a:ext cx="5704114" cy="5088438"/>
          </a:xfrm>
        </p:spPr>
        <p:txBody>
          <a:bodyPr/>
          <a:lstStyle/>
          <a:p>
            <a:r>
              <a:rPr lang="en-US" b="1" dirty="0"/>
              <a:t>Individual Onboarding, SAAR Processing, Documentation</a:t>
            </a:r>
          </a:p>
          <a:p>
            <a:pPr lvl="1"/>
            <a:r>
              <a:rPr lang="en-US" dirty="0"/>
              <a:t>Account creation takes too long; unpredictable duration</a:t>
            </a:r>
          </a:p>
          <a:p>
            <a:pPr lvl="1"/>
            <a:r>
              <a:rPr lang="en-US" dirty="0"/>
              <a:t>Technical documentation is not mature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b="1" dirty="0"/>
              <a:t>NCE Support Teams</a:t>
            </a:r>
          </a:p>
          <a:p>
            <a:pPr lvl="1"/>
            <a:r>
              <a:rPr lang="en-US" dirty="0"/>
              <a:t>Tier 1 &amp; Tier 2 issue resolution and responsiveness has been uneven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b="1" dirty="0"/>
              <a:t>Program Onboarding / TEMs, Communication</a:t>
            </a:r>
          </a:p>
          <a:p>
            <a:pPr lvl="1"/>
            <a:r>
              <a:rPr lang="en-US" dirty="0"/>
              <a:t>CONOPS TEM to get AWS account is a lengthy process</a:t>
            </a:r>
          </a:p>
          <a:p>
            <a:pPr lvl="1"/>
            <a:r>
              <a:rPr lang="en-US" dirty="0"/>
              <a:t>PMW 120 is NCE’s Pilot customer for Cross Domain Solution (CDS)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7DDEE7E9-80FC-41AF-1EE7-46DCF056AFEB}"/>
              </a:ext>
            </a:extLst>
          </p:cNvPr>
          <p:cNvSpPr txBox="1">
            <a:spLocks/>
          </p:cNvSpPr>
          <p:nvPr/>
        </p:nvSpPr>
        <p:spPr>
          <a:xfrm>
            <a:off x="5959018" y="1147977"/>
            <a:ext cx="6048050" cy="5088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Wingdings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GitLab Differences Between IL5, IL6, &amp; IL7</a:t>
            </a:r>
          </a:p>
          <a:p>
            <a:pPr lvl="1"/>
            <a:r>
              <a:rPr lang="en-US" dirty="0"/>
              <a:t>GitLab Releases (e.g. 17.x vs 18.x)</a:t>
            </a:r>
          </a:p>
          <a:p>
            <a:pPr lvl="1"/>
            <a:r>
              <a:rPr lang="en-US" dirty="0"/>
              <a:t>User Permissions</a:t>
            </a:r>
          </a:p>
          <a:p>
            <a:pPr lvl="1"/>
            <a:r>
              <a:rPr lang="en-US" dirty="0"/>
              <a:t>Container Registry only enabled on IL 5 Currently</a:t>
            </a:r>
          </a:p>
          <a:p>
            <a:pPr lvl="2"/>
            <a:r>
              <a:rPr lang="en-US" dirty="0"/>
              <a:t>package registry is enabled in all enclaves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" dirty="0"/>
          </a:p>
          <a:p>
            <a:r>
              <a:rPr lang="en-US" b="1" dirty="0"/>
              <a:t>NCE Cost Model is Immature </a:t>
            </a:r>
            <a:endParaRPr lang="en-US" dirty="0"/>
          </a:p>
          <a:p>
            <a:pPr lvl="1"/>
            <a:r>
              <a:rPr lang="en-US" dirty="0"/>
              <a:t>$50K Per Project cost per year is high for small &amp; medium size programs (fair for large)</a:t>
            </a:r>
          </a:p>
          <a:p>
            <a:pPr lvl="2"/>
            <a:r>
              <a:rPr lang="en-US" dirty="0"/>
              <a:t>In discussion with NCE Finance team to set an appropriate cost for small programs</a:t>
            </a:r>
            <a:endParaRPr lang="en-US" sz="1000" dirty="0"/>
          </a:p>
          <a:p>
            <a:pPr lvl="1"/>
            <a:r>
              <a:rPr lang="en-US" dirty="0"/>
              <a:t>Per Seat cost of $1,300/user/yr is more than fair</a:t>
            </a:r>
          </a:p>
          <a:p>
            <a:pPr lvl="2"/>
            <a:r>
              <a:rPr lang="en-US" dirty="0"/>
              <a:t>direct passthrough of GitLab cost</a:t>
            </a:r>
          </a:p>
          <a:p>
            <a:pPr lvl="2"/>
            <a:r>
              <a:rPr lang="en-US" dirty="0"/>
              <a:t>single license covers all enclaves (IL5. IL6, &amp; IL7)</a:t>
            </a:r>
          </a:p>
          <a:p>
            <a:pPr marL="0" indent="0">
              <a:buNone/>
            </a:pPr>
            <a:endParaRPr lang="en-US" sz="1000" b="1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2297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0EF8-3537-2007-5194-768AB4C4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09AA91-FD0D-B403-5B70-D43F3996C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838" y="1939916"/>
            <a:ext cx="3275762" cy="61248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+ </a:t>
            </a:r>
            <a:r>
              <a:rPr lang="en-US" dirty="0"/>
              <a:t>Add GitLab Pages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C48AD31-80FA-BC48-6D85-3451D1E25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838" y="2558276"/>
            <a:ext cx="3275762" cy="3102795"/>
          </a:xfrm>
        </p:spPr>
        <p:txBody>
          <a:bodyPr/>
          <a:lstStyle/>
          <a:p>
            <a:pPr marL="112713" indent="-112713"/>
            <a:r>
              <a:rPr lang="en-US" dirty="0"/>
              <a:t>Streamlines generation of project documentation &amp; integrated into GitLab DevOps platform</a:t>
            </a:r>
          </a:p>
          <a:p>
            <a:pPr marL="112713" indent="-112713"/>
            <a:r>
              <a:rPr lang="en-US" dirty="0"/>
              <a:t>Allows for hosting of static websites directly from your Git repository using CI/CD pipelines to build and deploy them</a:t>
            </a:r>
          </a:p>
          <a:p>
            <a:pPr marL="112713" indent="-112713"/>
            <a:r>
              <a:rPr lang="en-US" dirty="0"/>
              <a:t>Ideal for project documentation and leverage existing code &amp; build processes to publish content automatically</a:t>
            </a:r>
            <a:endParaRPr lang="en-US" i="1" u="sng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2800A-D6A3-F158-3F0F-C4795DEE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F0018-E68C-36CA-748C-012B4235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6962" y="7019650"/>
            <a:ext cx="3125038" cy="365125"/>
          </a:xfrm>
        </p:spPr>
        <p:txBody>
          <a:bodyPr/>
          <a:lstStyle/>
          <a:p>
            <a:fld id="{D63A8F6B-FE06-9F4B-88C6-58A1FC5E56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5D45879-B399-7ABC-F307-903EECF662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631FF7-A077-DB39-8E02-1D75A6CDC7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FEF91D-A059-439B-2E06-D303AE1E8A9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97469" y="1939916"/>
            <a:ext cx="3616503" cy="61248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+ </a:t>
            </a:r>
            <a:r>
              <a:rPr lang="en-US" dirty="0"/>
              <a:t>Add GitLab Agile Planner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4097E0B1-AEA2-85B8-B302-5E503722712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319894" y="2558276"/>
            <a:ext cx="3275762" cy="3102795"/>
          </a:xfrm>
        </p:spPr>
        <p:txBody>
          <a:bodyPr/>
          <a:lstStyle/>
          <a:p>
            <a:pPr marL="112713" lvl="1" indent="-112713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Boosts productivity by integrating end-to-end traceability from planning through delivery</a:t>
            </a:r>
          </a:p>
          <a:p>
            <a:pPr marL="112713" lvl="1" indent="-112713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Facilitates non-developer team members integration into software development lifecycle</a:t>
            </a:r>
          </a:p>
          <a:p>
            <a:pPr marL="112713" lvl="1" indent="-112713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Cost of Planner license being discussed with NCE</a:t>
            </a:r>
          </a:p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D91D33C-A31C-6FDD-C0E5-1A719532FE3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113519" y="1939916"/>
            <a:ext cx="3616503" cy="61248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+ </a:t>
            </a:r>
            <a:r>
              <a:rPr lang="en-US" dirty="0"/>
              <a:t>Add Automated Workflow for Onboarding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6D293E91-0904-2F5C-2B76-A87152C0D03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289847" y="2558276"/>
            <a:ext cx="3275762" cy="1747327"/>
          </a:xfrm>
        </p:spPr>
        <p:txBody>
          <a:bodyPr/>
          <a:lstStyle/>
          <a:p>
            <a:pPr marL="112713" lvl="1" indent="-112713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Needed to streamline and shorten the Onboarding process</a:t>
            </a:r>
          </a:p>
          <a:p>
            <a:pPr marL="112713" lvl="1" indent="-112713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Discussions ongoing about added this functionality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FC5752-0600-4710-DB26-C4B155C7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120 NCE Enhancement Requests</a:t>
            </a:r>
            <a:endParaRPr lang="en-US" strike="sngStrike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C97F25-CCC2-A97E-FEDA-DB2868DCB501}"/>
              </a:ext>
            </a:extLst>
          </p:cNvPr>
          <p:cNvCxnSpPr>
            <a:cxnSpLocks/>
          </p:cNvCxnSpPr>
          <p:nvPr/>
        </p:nvCxnSpPr>
        <p:spPr>
          <a:xfrm>
            <a:off x="381837" y="1932828"/>
            <a:ext cx="327576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480F9D6-9B4A-2820-5F0B-F416AAFEA2B2}"/>
              </a:ext>
            </a:extLst>
          </p:cNvPr>
          <p:cNvCxnSpPr>
            <a:cxnSpLocks/>
          </p:cNvCxnSpPr>
          <p:nvPr/>
        </p:nvCxnSpPr>
        <p:spPr>
          <a:xfrm>
            <a:off x="4319894" y="1932828"/>
            <a:ext cx="327576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ABC6B3-9B11-80A3-3F3B-83B2E94B71BD}"/>
              </a:ext>
            </a:extLst>
          </p:cNvPr>
          <p:cNvCxnSpPr>
            <a:cxnSpLocks/>
          </p:cNvCxnSpPr>
          <p:nvPr/>
        </p:nvCxnSpPr>
        <p:spPr>
          <a:xfrm>
            <a:off x="8289846" y="1932828"/>
            <a:ext cx="327576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E6B946-A0A4-C616-3346-ACDF8EFBB1A7}"/>
              </a:ext>
            </a:extLst>
          </p:cNvPr>
          <p:cNvGrpSpPr/>
          <p:nvPr/>
        </p:nvGrpSpPr>
        <p:grpSpPr>
          <a:xfrm>
            <a:off x="1341389" y="1307381"/>
            <a:ext cx="860675" cy="450660"/>
            <a:chOff x="5749003" y="1655618"/>
            <a:chExt cx="573783" cy="300440"/>
          </a:xfrm>
        </p:grpSpPr>
        <p:sp>
          <p:nvSpPr>
            <p:cNvPr id="17" name="Freeform 187">
              <a:extLst>
                <a:ext uri="{FF2B5EF4-FFF2-40B4-BE49-F238E27FC236}">
                  <a16:creationId xmlns:a16="http://schemas.microsoft.com/office/drawing/2014/main" id="{C00BBF1B-7200-C3D6-02BD-6FC0072BBF38}"/>
                </a:ext>
              </a:extLst>
            </p:cNvPr>
            <p:cNvSpPr/>
            <p:nvPr/>
          </p:nvSpPr>
          <p:spPr>
            <a:xfrm>
              <a:off x="5749003" y="1655618"/>
              <a:ext cx="265946" cy="300335"/>
            </a:xfrm>
            <a:custGeom>
              <a:avLst/>
              <a:gdLst>
                <a:gd name="connsiteX0" fmla="*/ 260272 w 265946"/>
                <a:gd name="connsiteY0" fmla="*/ 42674 h 300335"/>
                <a:gd name="connsiteX1" fmla="*/ 237961 w 265946"/>
                <a:gd name="connsiteY1" fmla="*/ 25566 h 300335"/>
                <a:gd name="connsiteX2" fmla="*/ 133608 w 265946"/>
                <a:gd name="connsiteY2" fmla="*/ 0 h 300335"/>
                <a:gd name="connsiteX3" fmla="*/ 0 w 265946"/>
                <a:gd name="connsiteY3" fmla="*/ 44728 h 300335"/>
                <a:gd name="connsiteX4" fmla="*/ 0 w 265946"/>
                <a:gd name="connsiteY4" fmla="*/ 297273 h 300335"/>
                <a:gd name="connsiteX5" fmla="*/ 133608 w 265946"/>
                <a:gd name="connsiteY5" fmla="*/ 259263 h 300335"/>
                <a:gd name="connsiteX6" fmla="*/ 134026 w 265946"/>
                <a:gd name="connsiteY6" fmla="*/ 259263 h 300335"/>
                <a:gd name="connsiteX7" fmla="*/ 265946 w 265946"/>
                <a:gd name="connsiteY7" fmla="*/ 300336 h 300335"/>
                <a:gd name="connsiteX8" fmla="*/ 265946 w 265946"/>
                <a:gd name="connsiteY8" fmla="*/ 48974 h 300335"/>
                <a:gd name="connsiteX9" fmla="*/ 265215 w 265946"/>
                <a:gd name="connsiteY9" fmla="*/ 48052 h 300335"/>
                <a:gd name="connsiteX10" fmla="*/ 260272 w 265946"/>
                <a:gd name="connsiteY10" fmla="*/ 42674 h 30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5946" h="300335">
                  <a:moveTo>
                    <a:pt x="260272" y="42674"/>
                  </a:moveTo>
                  <a:cubicBezTo>
                    <a:pt x="255660" y="38149"/>
                    <a:pt x="248386" y="31901"/>
                    <a:pt x="237961" y="25566"/>
                  </a:cubicBezTo>
                  <a:cubicBezTo>
                    <a:pt x="217163" y="13001"/>
                    <a:pt x="183870" y="35"/>
                    <a:pt x="133608" y="0"/>
                  </a:cubicBezTo>
                  <a:cubicBezTo>
                    <a:pt x="48661" y="87"/>
                    <a:pt x="9555" y="34964"/>
                    <a:pt x="0" y="44728"/>
                  </a:cubicBezTo>
                  <a:lnTo>
                    <a:pt x="0" y="297273"/>
                  </a:lnTo>
                  <a:cubicBezTo>
                    <a:pt x="22190" y="281000"/>
                    <a:pt x="64846" y="259159"/>
                    <a:pt x="133608" y="259263"/>
                  </a:cubicBezTo>
                  <a:lnTo>
                    <a:pt x="134026" y="259263"/>
                  </a:lnTo>
                  <a:cubicBezTo>
                    <a:pt x="203345" y="259263"/>
                    <a:pt x="244818" y="282897"/>
                    <a:pt x="265946" y="300336"/>
                  </a:cubicBezTo>
                  <a:lnTo>
                    <a:pt x="265946" y="48974"/>
                  </a:lnTo>
                  <a:cubicBezTo>
                    <a:pt x="265737" y="48730"/>
                    <a:pt x="265563" y="48504"/>
                    <a:pt x="265215" y="48052"/>
                  </a:cubicBezTo>
                  <a:cubicBezTo>
                    <a:pt x="264171" y="46816"/>
                    <a:pt x="262552" y="44971"/>
                    <a:pt x="260272" y="42674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88">
              <a:extLst>
                <a:ext uri="{FF2B5EF4-FFF2-40B4-BE49-F238E27FC236}">
                  <a16:creationId xmlns:a16="http://schemas.microsoft.com/office/drawing/2014/main" id="{A66EB6E6-6AD6-632E-E1CE-E96046E4AFE0}"/>
                </a:ext>
              </a:extLst>
            </p:cNvPr>
            <p:cNvSpPr/>
            <p:nvPr/>
          </p:nvSpPr>
          <p:spPr>
            <a:xfrm>
              <a:off x="6056701" y="1655618"/>
              <a:ext cx="266085" cy="300440"/>
            </a:xfrm>
            <a:custGeom>
              <a:avLst/>
              <a:gdLst>
                <a:gd name="connsiteX0" fmla="*/ 238483 w 266085"/>
                <a:gd name="connsiteY0" fmla="*/ 24296 h 300440"/>
                <a:gd name="connsiteX1" fmla="*/ 132477 w 266085"/>
                <a:gd name="connsiteY1" fmla="*/ 0 h 300440"/>
                <a:gd name="connsiteX2" fmla="*/ 888 w 266085"/>
                <a:gd name="connsiteY2" fmla="*/ 48052 h 300440"/>
                <a:gd name="connsiteX3" fmla="*/ 0 w 266085"/>
                <a:gd name="connsiteY3" fmla="*/ 49148 h 300440"/>
                <a:gd name="connsiteX4" fmla="*/ 0 w 266085"/>
                <a:gd name="connsiteY4" fmla="*/ 300440 h 300440"/>
                <a:gd name="connsiteX5" fmla="*/ 132477 w 266085"/>
                <a:gd name="connsiteY5" fmla="*/ 259263 h 300440"/>
                <a:gd name="connsiteX6" fmla="*/ 266085 w 266085"/>
                <a:gd name="connsiteY6" fmla="*/ 297273 h 300440"/>
                <a:gd name="connsiteX7" fmla="*/ 266085 w 266085"/>
                <a:gd name="connsiteY7" fmla="*/ 44693 h 300440"/>
                <a:gd name="connsiteX8" fmla="*/ 261734 w 266085"/>
                <a:gd name="connsiteY8" fmla="*/ 40585 h 300440"/>
                <a:gd name="connsiteX9" fmla="*/ 238483 w 266085"/>
                <a:gd name="connsiteY9" fmla="*/ 24278 h 30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6085" h="300440">
                  <a:moveTo>
                    <a:pt x="238483" y="24296"/>
                  </a:moveTo>
                  <a:cubicBezTo>
                    <a:pt x="216937" y="12322"/>
                    <a:pt x="182826" y="35"/>
                    <a:pt x="132477" y="0"/>
                  </a:cubicBezTo>
                  <a:cubicBezTo>
                    <a:pt x="44658" y="122"/>
                    <a:pt x="8162" y="39472"/>
                    <a:pt x="888" y="48052"/>
                  </a:cubicBezTo>
                  <a:cubicBezTo>
                    <a:pt x="453" y="48591"/>
                    <a:pt x="174" y="48904"/>
                    <a:pt x="0" y="49148"/>
                  </a:cubicBezTo>
                  <a:lnTo>
                    <a:pt x="0" y="300440"/>
                  </a:lnTo>
                  <a:cubicBezTo>
                    <a:pt x="21128" y="282949"/>
                    <a:pt x="62758" y="259176"/>
                    <a:pt x="132477" y="259263"/>
                  </a:cubicBezTo>
                  <a:cubicBezTo>
                    <a:pt x="201239" y="259176"/>
                    <a:pt x="243861" y="281018"/>
                    <a:pt x="266085" y="297273"/>
                  </a:cubicBezTo>
                  <a:lnTo>
                    <a:pt x="266085" y="44693"/>
                  </a:lnTo>
                  <a:cubicBezTo>
                    <a:pt x="265024" y="43596"/>
                    <a:pt x="263596" y="42204"/>
                    <a:pt x="261734" y="40585"/>
                  </a:cubicBezTo>
                  <a:cubicBezTo>
                    <a:pt x="256879" y="36235"/>
                    <a:pt x="249256" y="30282"/>
                    <a:pt x="238483" y="24278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3D3D4E-0130-919C-B47B-6A5B7BF9E152}"/>
              </a:ext>
            </a:extLst>
          </p:cNvPr>
          <p:cNvGrpSpPr>
            <a:grpSpLocks noChangeAspect="1"/>
          </p:cNvGrpSpPr>
          <p:nvPr/>
        </p:nvGrpSpPr>
        <p:grpSpPr>
          <a:xfrm>
            <a:off x="5522881" y="1074073"/>
            <a:ext cx="891321" cy="643502"/>
            <a:chOff x="1923774" y="5049405"/>
            <a:chExt cx="594214" cy="429001"/>
          </a:xfrm>
        </p:grpSpPr>
        <p:sp>
          <p:nvSpPr>
            <p:cNvPr id="20" name="Freeform 212">
              <a:extLst>
                <a:ext uri="{FF2B5EF4-FFF2-40B4-BE49-F238E27FC236}">
                  <a16:creationId xmlns:a16="http://schemas.microsoft.com/office/drawing/2014/main" id="{1F83852E-89D2-6B31-EE66-8D1332B470F0}"/>
                </a:ext>
              </a:extLst>
            </p:cNvPr>
            <p:cNvSpPr/>
            <p:nvPr/>
          </p:nvSpPr>
          <p:spPr>
            <a:xfrm>
              <a:off x="2159385" y="5334669"/>
              <a:ext cx="122991" cy="122992"/>
            </a:xfrm>
            <a:custGeom>
              <a:avLst/>
              <a:gdLst>
                <a:gd name="connsiteX0" fmla="*/ 0 w 122991"/>
                <a:gd name="connsiteY0" fmla="*/ 61522 h 122992"/>
                <a:gd name="connsiteX1" fmla="*/ 61487 w 122991"/>
                <a:gd name="connsiteY1" fmla="*/ 122992 h 122992"/>
                <a:gd name="connsiteX2" fmla="*/ 122992 w 122991"/>
                <a:gd name="connsiteY2" fmla="*/ 61522 h 122992"/>
                <a:gd name="connsiteX3" fmla="*/ 61487 w 122991"/>
                <a:gd name="connsiteY3" fmla="*/ 0 h 122992"/>
                <a:gd name="connsiteX4" fmla="*/ 0 w 122991"/>
                <a:gd name="connsiteY4" fmla="*/ 61522 h 122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91" h="122992">
                  <a:moveTo>
                    <a:pt x="0" y="61522"/>
                  </a:moveTo>
                  <a:cubicBezTo>
                    <a:pt x="52" y="95425"/>
                    <a:pt x="27533" y="122940"/>
                    <a:pt x="61487" y="122992"/>
                  </a:cubicBezTo>
                  <a:cubicBezTo>
                    <a:pt x="95424" y="122940"/>
                    <a:pt x="122905" y="95425"/>
                    <a:pt x="122992" y="61522"/>
                  </a:cubicBezTo>
                  <a:cubicBezTo>
                    <a:pt x="122905" y="27498"/>
                    <a:pt x="95424" y="52"/>
                    <a:pt x="61487" y="0"/>
                  </a:cubicBezTo>
                  <a:cubicBezTo>
                    <a:pt x="27533" y="52"/>
                    <a:pt x="52" y="27515"/>
                    <a:pt x="0" y="61522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13">
              <a:extLst>
                <a:ext uri="{FF2B5EF4-FFF2-40B4-BE49-F238E27FC236}">
                  <a16:creationId xmlns:a16="http://schemas.microsoft.com/office/drawing/2014/main" id="{DF1C0629-158A-5E29-F02B-B56784C87695}"/>
                </a:ext>
              </a:extLst>
            </p:cNvPr>
            <p:cNvSpPr/>
            <p:nvPr/>
          </p:nvSpPr>
          <p:spPr>
            <a:xfrm>
              <a:off x="2159403" y="5070150"/>
              <a:ext cx="122991" cy="122991"/>
            </a:xfrm>
            <a:custGeom>
              <a:avLst/>
              <a:gdLst>
                <a:gd name="connsiteX0" fmla="*/ 61487 w 122991"/>
                <a:gd name="connsiteY0" fmla="*/ 0 h 122991"/>
                <a:gd name="connsiteX1" fmla="*/ 0 w 122991"/>
                <a:gd name="connsiteY1" fmla="*/ 61505 h 122991"/>
                <a:gd name="connsiteX2" fmla="*/ 61487 w 122991"/>
                <a:gd name="connsiteY2" fmla="*/ 122992 h 122991"/>
                <a:gd name="connsiteX3" fmla="*/ 122992 w 122991"/>
                <a:gd name="connsiteY3" fmla="*/ 61505 h 122991"/>
                <a:gd name="connsiteX4" fmla="*/ 61487 w 122991"/>
                <a:gd name="connsiteY4" fmla="*/ 0 h 12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91" h="122991">
                  <a:moveTo>
                    <a:pt x="61487" y="0"/>
                  </a:moveTo>
                  <a:cubicBezTo>
                    <a:pt x="27533" y="52"/>
                    <a:pt x="52" y="27533"/>
                    <a:pt x="0" y="61505"/>
                  </a:cubicBezTo>
                  <a:cubicBezTo>
                    <a:pt x="52" y="95459"/>
                    <a:pt x="27533" y="122940"/>
                    <a:pt x="61487" y="122992"/>
                  </a:cubicBezTo>
                  <a:cubicBezTo>
                    <a:pt x="95425" y="122940"/>
                    <a:pt x="122922" y="95459"/>
                    <a:pt x="122992" y="61505"/>
                  </a:cubicBezTo>
                  <a:cubicBezTo>
                    <a:pt x="122940" y="27533"/>
                    <a:pt x="95425" y="70"/>
                    <a:pt x="61487" y="0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4">
              <a:extLst>
                <a:ext uri="{FF2B5EF4-FFF2-40B4-BE49-F238E27FC236}">
                  <a16:creationId xmlns:a16="http://schemas.microsoft.com/office/drawing/2014/main" id="{C32D9248-1790-6475-037B-0292187F8438}"/>
                </a:ext>
              </a:extLst>
            </p:cNvPr>
            <p:cNvSpPr/>
            <p:nvPr/>
          </p:nvSpPr>
          <p:spPr>
            <a:xfrm>
              <a:off x="1944519" y="5334652"/>
              <a:ext cx="122991" cy="122991"/>
            </a:xfrm>
            <a:custGeom>
              <a:avLst/>
              <a:gdLst>
                <a:gd name="connsiteX0" fmla="*/ 61505 w 122991"/>
                <a:gd name="connsiteY0" fmla="*/ 0 h 122991"/>
                <a:gd name="connsiteX1" fmla="*/ 0 w 122991"/>
                <a:gd name="connsiteY1" fmla="*/ 61522 h 122991"/>
                <a:gd name="connsiteX2" fmla="*/ 61505 w 122991"/>
                <a:gd name="connsiteY2" fmla="*/ 122992 h 122991"/>
                <a:gd name="connsiteX3" fmla="*/ 122992 w 122991"/>
                <a:gd name="connsiteY3" fmla="*/ 61522 h 122991"/>
                <a:gd name="connsiteX4" fmla="*/ 61505 w 122991"/>
                <a:gd name="connsiteY4" fmla="*/ 0 h 12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91" h="122991">
                  <a:moveTo>
                    <a:pt x="61505" y="0"/>
                  </a:moveTo>
                  <a:cubicBezTo>
                    <a:pt x="27533" y="52"/>
                    <a:pt x="52" y="27515"/>
                    <a:pt x="0" y="61522"/>
                  </a:cubicBezTo>
                  <a:cubicBezTo>
                    <a:pt x="52" y="95424"/>
                    <a:pt x="27533" y="122940"/>
                    <a:pt x="61505" y="122992"/>
                  </a:cubicBezTo>
                  <a:cubicBezTo>
                    <a:pt x="95459" y="122940"/>
                    <a:pt x="122940" y="95424"/>
                    <a:pt x="122992" y="61522"/>
                  </a:cubicBezTo>
                  <a:cubicBezTo>
                    <a:pt x="122940" y="27498"/>
                    <a:pt x="95459" y="52"/>
                    <a:pt x="61505" y="0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15">
              <a:extLst>
                <a:ext uri="{FF2B5EF4-FFF2-40B4-BE49-F238E27FC236}">
                  <a16:creationId xmlns:a16="http://schemas.microsoft.com/office/drawing/2014/main" id="{3A529152-8586-B677-09A5-9B207C9407F7}"/>
                </a:ext>
              </a:extLst>
            </p:cNvPr>
            <p:cNvSpPr/>
            <p:nvPr/>
          </p:nvSpPr>
          <p:spPr>
            <a:xfrm>
              <a:off x="1923774" y="5049405"/>
              <a:ext cx="594214" cy="429001"/>
            </a:xfrm>
            <a:custGeom>
              <a:avLst/>
              <a:gdLst>
                <a:gd name="connsiteX0" fmla="*/ 511947 w 594214"/>
                <a:gd name="connsiteY0" fmla="*/ 429001 h 429001"/>
                <a:gd name="connsiteX1" fmla="*/ 429680 w 594214"/>
                <a:gd name="connsiteY1" fmla="*/ 346786 h 429001"/>
                <a:gd name="connsiteX2" fmla="*/ 453262 w 594214"/>
                <a:gd name="connsiteY2" fmla="*/ 289145 h 429001"/>
                <a:gd name="connsiteX3" fmla="*/ 339320 w 594214"/>
                <a:gd name="connsiteY3" fmla="*/ 152770 h 429001"/>
                <a:gd name="connsiteX4" fmla="*/ 307454 w 594214"/>
                <a:gd name="connsiteY4" fmla="*/ 163769 h 429001"/>
                <a:gd name="connsiteX5" fmla="*/ 307454 w 594214"/>
                <a:gd name="connsiteY5" fmla="*/ 265198 h 429001"/>
                <a:gd name="connsiteX6" fmla="*/ 379349 w 594214"/>
                <a:gd name="connsiteY6" fmla="*/ 346786 h 429001"/>
                <a:gd name="connsiteX7" fmla="*/ 297099 w 594214"/>
                <a:gd name="connsiteY7" fmla="*/ 429001 h 429001"/>
                <a:gd name="connsiteX8" fmla="*/ 214831 w 594214"/>
                <a:gd name="connsiteY8" fmla="*/ 346786 h 429001"/>
                <a:gd name="connsiteX9" fmla="*/ 286709 w 594214"/>
                <a:gd name="connsiteY9" fmla="*/ 265198 h 429001"/>
                <a:gd name="connsiteX10" fmla="*/ 286709 w 594214"/>
                <a:gd name="connsiteY10" fmla="*/ 163769 h 429001"/>
                <a:gd name="connsiteX11" fmla="*/ 254755 w 594214"/>
                <a:gd name="connsiteY11" fmla="*/ 152683 h 429001"/>
                <a:gd name="connsiteX12" fmla="*/ 140900 w 594214"/>
                <a:gd name="connsiteY12" fmla="*/ 289093 h 429001"/>
                <a:gd name="connsiteX13" fmla="*/ 164517 w 594214"/>
                <a:gd name="connsiteY13" fmla="*/ 346786 h 429001"/>
                <a:gd name="connsiteX14" fmla="*/ 82250 w 594214"/>
                <a:gd name="connsiteY14" fmla="*/ 429001 h 429001"/>
                <a:gd name="connsiteX15" fmla="*/ 0 w 594214"/>
                <a:gd name="connsiteY15" fmla="*/ 346786 h 429001"/>
                <a:gd name="connsiteX16" fmla="*/ 82250 w 594214"/>
                <a:gd name="connsiteY16" fmla="*/ 264484 h 429001"/>
                <a:gd name="connsiteX17" fmla="*/ 124541 w 594214"/>
                <a:gd name="connsiteY17" fmla="*/ 276266 h 429001"/>
                <a:gd name="connsiteX18" fmla="*/ 238431 w 594214"/>
                <a:gd name="connsiteY18" fmla="*/ 139856 h 429001"/>
                <a:gd name="connsiteX19" fmla="*/ 214814 w 594214"/>
                <a:gd name="connsiteY19" fmla="*/ 82250 h 429001"/>
                <a:gd name="connsiteX20" fmla="*/ 297116 w 594214"/>
                <a:gd name="connsiteY20" fmla="*/ 0 h 429001"/>
                <a:gd name="connsiteX21" fmla="*/ 379366 w 594214"/>
                <a:gd name="connsiteY21" fmla="*/ 82250 h 429001"/>
                <a:gd name="connsiteX22" fmla="*/ 355697 w 594214"/>
                <a:gd name="connsiteY22" fmla="*/ 139943 h 429001"/>
                <a:gd name="connsiteX23" fmla="*/ 469622 w 594214"/>
                <a:gd name="connsiteY23" fmla="*/ 276319 h 429001"/>
                <a:gd name="connsiteX24" fmla="*/ 511965 w 594214"/>
                <a:gd name="connsiteY24" fmla="*/ 264484 h 429001"/>
                <a:gd name="connsiteX25" fmla="*/ 594215 w 594214"/>
                <a:gd name="connsiteY25" fmla="*/ 346786 h 429001"/>
                <a:gd name="connsiteX26" fmla="*/ 511965 w 594214"/>
                <a:gd name="connsiteY26" fmla="*/ 429001 h 42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4214" h="429001">
                  <a:moveTo>
                    <a:pt x="511947" y="429001"/>
                  </a:moveTo>
                  <a:cubicBezTo>
                    <a:pt x="466506" y="429001"/>
                    <a:pt x="429680" y="392192"/>
                    <a:pt x="429680" y="346786"/>
                  </a:cubicBezTo>
                  <a:cubicBezTo>
                    <a:pt x="429680" y="324318"/>
                    <a:pt x="438695" y="303990"/>
                    <a:pt x="453262" y="289145"/>
                  </a:cubicBezTo>
                  <a:lnTo>
                    <a:pt x="339320" y="152770"/>
                  </a:lnTo>
                  <a:cubicBezTo>
                    <a:pt x="329765" y="158443"/>
                    <a:pt x="319010" y="162324"/>
                    <a:pt x="307454" y="163769"/>
                  </a:cubicBezTo>
                  <a:lnTo>
                    <a:pt x="307454" y="265198"/>
                  </a:lnTo>
                  <a:cubicBezTo>
                    <a:pt x="347987" y="270332"/>
                    <a:pt x="379349" y="304809"/>
                    <a:pt x="379349" y="346786"/>
                  </a:cubicBezTo>
                  <a:cubicBezTo>
                    <a:pt x="379349" y="392192"/>
                    <a:pt x="342522" y="429001"/>
                    <a:pt x="297099" y="429001"/>
                  </a:cubicBezTo>
                  <a:cubicBezTo>
                    <a:pt x="251658" y="428966"/>
                    <a:pt x="214831" y="392192"/>
                    <a:pt x="214831" y="346786"/>
                  </a:cubicBezTo>
                  <a:cubicBezTo>
                    <a:pt x="214831" y="304826"/>
                    <a:pt x="246210" y="270332"/>
                    <a:pt x="286709" y="265198"/>
                  </a:cubicBezTo>
                  <a:lnTo>
                    <a:pt x="286709" y="163769"/>
                  </a:lnTo>
                  <a:cubicBezTo>
                    <a:pt x="275118" y="162272"/>
                    <a:pt x="264327" y="158426"/>
                    <a:pt x="254755" y="152683"/>
                  </a:cubicBezTo>
                  <a:lnTo>
                    <a:pt x="140900" y="289093"/>
                  </a:lnTo>
                  <a:cubicBezTo>
                    <a:pt x="155502" y="303938"/>
                    <a:pt x="164517" y="324301"/>
                    <a:pt x="164517" y="346786"/>
                  </a:cubicBezTo>
                  <a:cubicBezTo>
                    <a:pt x="164517" y="392192"/>
                    <a:pt x="127691" y="429001"/>
                    <a:pt x="82250" y="429001"/>
                  </a:cubicBezTo>
                  <a:cubicBezTo>
                    <a:pt x="36844" y="428966"/>
                    <a:pt x="0" y="392192"/>
                    <a:pt x="0" y="346786"/>
                  </a:cubicBezTo>
                  <a:cubicBezTo>
                    <a:pt x="0" y="301380"/>
                    <a:pt x="36826" y="264484"/>
                    <a:pt x="82250" y="264484"/>
                  </a:cubicBezTo>
                  <a:cubicBezTo>
                    <a:pt x="97757" y="264484"/>
                    <a:pt x="112149" y="268835"/>
                    <a:pt x="124541" y="276266"/>
                  </a:cubicBezTo>
                  <a:lnTo>
                    <a:pt x="238431" y="139856"/>
                  </a:lnTo>
                  <a:cubicBezTo>
                    <a:pt x="223864" y="125011"/>
                    <a:pt x="214849" y="104701"/>
                    <a:pt x="214814" y="82250"/>
                  </a:cubicBezTo>
                  <a:cubicBezTo>
                    <a:pt x="214849" y="36774"/>
                    <a:pt x="251675" y="0"/>
                    <a:pt x="297116" y="0"/>
                  </a:cubicBezTo>
                  <a:cubicBezTo>
                    <a:pt x="342557" y="0"/>
                    <a:pt x="379366" y="36774"/>
                    <a:pt x="379366" y="82250"/>
                  </a:cubicBezTo>
                  <a:cubicBezTo>
                    <a:pt x="379366" y="104735"/>
                    <a:pt x="370316" y="125098"/>
                    <a:pt x="355697" y="139943"/>
                  </a:cubicBezTo>
                  <a:lnTo>
                    <a:pt x="469622" y="276319"/>
                  </a:lnTo>
                  <a:cubicBezTo>
                    <a:pt x="482013" y="268870"/>
                    <a:pt x="496458" y="264484"/>
                    <a:pt x="511965" y="264484"/>
                  </a:cubicBezTo>
                  <a:cubicBezTo>
                    <a:pt x="557371" y="264484"/>
                    <a:pt x="594215" y="301293"/>
                    <a:pt x="594215" y="346786"/>
                  </a:cubicBezTo>
                  <a:cubicBezTo>
                    <a:pt x="594215" y="392280"/>
                    <a:pt x="557388" y="428966"/>
                    <a:pt x="511965" y="429001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16">
              <a:extLst>
                <a:ext uri="{FF2B5EF4-FFF2-40B4-BE49-F238E27FC236}">
                  <a16:creationId xmlns:a16="http://schemas.microsoft.com/office/drawing/2014/main" id="{47F24581-03BF-3A13-302C-C47F62ECCAA3}"/>
                </a:ext>
              </a:extLst>
            </p:cNvPr>
            <p:cNvSpPr/>
            <p:nvPr/>
          </p:nvSpPr>
          <p:spPr>
            <a:xfrm>
              <a:off x="2374234" y="5334652"/>
              <a:ext cx="122991" cy="122991"/>
            </a:xfrm>
            <a:custGeom>
              <a:avLst/>
              <a:gdLst>
                <a:gd name="connsiteX0" fmla="*/ 61487 w 122991"/>
                <a:gd name="connsiteY0" fmla="*/ 0 h 122991"/>
                <a:gd name="connsiteX1" fmla="*/ 0 w 122991"/>
                <a:gd name="connsiteY1" fmla="*/ 61522 h 122991"/>
                <a:gd name="connsiteX2" fmla="*/ 61487 w 122991"/>
                <a:gd name="connsiteY2" fmla="*/ 122992 h 122991"/>
                <a:gd name="connsiteX3" fmla="*/ 122992 w 122991"/>
                <a:gd name="connsiteY3" fmla="*/ 61522 h 122991"/>
                <a:gd name="connsiteX4" fmla="*/ 61487 w 122991"/>
                <a:gd name="connsiteY4" fmla="*/ 0 h 12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991" h="122991">
                  <a:moveTo>
                    <a:pt x="61487" y="0"/>
                  </a:moveTo>
                  <a:cubicBezTo>
                    <a:pt x="27533" y="52"/>
                    <a:pt x="52" y="27515"/>
                    <a:pt x="0" y="61522"/>
                  </a:cubicBezTo>
                  <a:cubicBezTo>
                    <a:pt x="52" y="95424"/>
                    <a:pt x="27533" y="122940"/>
                    <a:pt x="61487" y="122992"/>
                  </a:cubicBezTo>
                  <a:cubicBezTo>
                    <a:pt x="95459" y="122940"/>
                    <a:pt x="122905" y="95424"/>
                    <a:pt x="122992" y="61522"/>
                  </a:cubicBezTo>
                  <a:cubicBezTo>
                    <a:pt x="122905" y="27498"/>
                    <a:pt x="95459" y="52"/>
                    <a:pt x="61487" y="0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Graphic 75">
            <a:extLst>
              <a:ext uri="{FF2B5EF4-FFF2-40B4-BE49-F238E27FC236}">
                <a16:creationId xmlns:a16="http://schemas.microsoft.com/office/drawing/2014/main" id="{026E1956-F6E5-1ADE-DA96-0BF7E5404697}"/>
              </a:ext>
            </a:extLst>
          </p:cNvPr>
          <p:cNvSpPr>
            <a:spLocks noChangeAspect="1"/>
          </p:cNvSpPr>
          <p:nvPr/>
        </p:nvSpPr>
        <p:spPr>
          <a:xfrm>
            <a:off x="9648899" y="1112504"/>
            <a:ext cx="519391" cy="643502"/>
          </a:xfrm>
          <a:custGeom>
            <a:avLst/>
            <a:gdLst>
              <a:gd name="connsiteX0" fmla="*/ 363041 w 404444"/>
              <a:gd name="connsiteY0" fmla="*/ 176578 h 501087"/>
              <a:gd name="connsiteX1" fmla="*/ 393115 w 404444"/>
              <a:gd name="connsiteY1" fmla="*/ 139891 h 501087"/>
              <a:gd name="connsiteX2" fmla="*/ 355679 w 404444"/>
              <a:gd name="connsiteY2" fmla="*/ 102473 h 501087"/>
              <a:gd name="connsiteX3" fmla="*/ 318853 w 404444"/>
              <a:gd name="connsiteY3" fmla="*/ 133765 h 501087"/>
              <a:gd name="connsiteX4" fmla="*/ 243530 w 404444"/>
              <a:gd name="connsiteY4" fmla="*/ 100820 h 501087"/>
              <a:gd name="connsiteX5" fmla="*/ 261073 w 404444"/>
              <a:gd name="connsiteY5" fmla="*/ 58877 h 501087"/>
              <a:gd name="connsiteX6" fmla="*/ 202231 w 404444"/>
              <a:gd name="connsiteY6" fmla="*/ 0 h 501087"/>
              <a:gd name="connsiteX7" fmla="*/ 143354 w 404444"/>
              <a:gd name="connsiteY7" fmla="*/ 58877 h 501087"/>
              <a:gd name="connsiteX8" fmla="*/ 160932 w 404444"/>
              <a:gd name="connsiteY8" fmla="*/ 100820 h 501087"/>
              <a:gd name="connsiteX9" fmla="*/ 85591 w 404444"/>
              <a:gd name="connsiteY9" fmla="*/ 133765 h 501087"/>
              <a:gd name="connsiteX10" fmla="*/ 48783 w 404444"/>
              <a:gd name="connsiteY10" fmla="*/ 102473 h 501087"/>
              <a:gd name="connsiteX11" fmla="*/ 11347 w 404444"/>
              <a:gd name="connsiteY11" fmla="*/ 139891 h 501087"/>
              <a:gd name="connsiteX12" fmla="*/ 41386 w 404444"/>
              <a:gd name="connsiteY12" fmla="*/ 176578 h 501087"/>
              <a:gd name="connsiteX13" fmla="*/ 0 w 404444"/>
              <a:gd name="connsiteY13" fmla="*/ 298804 h 501087"/>
              <a:gd name="connsiteX14" fmla="*/ 202231 w 404444"/>
              <a:gd name="connsiteY14" fmla="*/ 501087 h 501087"/>
              <a:gd name="connsiteX15" fmla="*/ 404445 w 404444"/>
              <a:gd name="connsiteY15" fmla="*/ 298804 h 501087"/>
              <a:gd name="connsiteX16" fmla="*/ 363059 w 404444"/>
              <a:gd name="connsiteY16" fmla="*/ 176578 h 501087"/>
              <a:gd name="connsiteX17" fmla="*/ 163925 w 404444"/>
              <a:gd name="connsiteY17" fmla="*/ 58877 h 501087"/>
              <a:gd name="connsiteX18" fmla="*/ 202214 w 404444"/>
              <a:gd name="connsiteY18" fmla="*/ 20641 h 501087"/>
              <a:gd name="connsiteX19" fmla="*/ 240432 w 404444"/>
              <a:gd name="connsiteY19" fmla="*/ 58877 h 501087"/>
              <a:gd name="connsiteX20" fmla="*/ 205886 w 404444"/>
              <a:gd name="connsiteY20" fmla="*/ 96765 h 501087"/>
              <a:gd name="connsiteX21" fmla="*/ 202214 w 404444"/>
              <a:gd name="connsiteY21" fmla="*/ 96573 h 501087"/>
              <a:gd name="connsiteX22" fmla="*/ 198524 w 404444"/>
              <a:gd name="connsiteY22" fmla="*/ 96765 h 501087"/>
              <a:gd name="connsiteX23" fmla="*/ 163925 w 404444"/>
              <a:gd name="connsiteY23" fmla="*/ 58877 h 501087"/>
              <a:gd name="connsiteX24" fmla="*/ 244661 w 404444"/>
              <a:gd name="connsiteY24" fmla="*/ 299135 h 501087"/>
              <a:gd name="connsiteX25" fmla="*/ 202231 w 404444"/>
              <a:gd name="connsiteY25" fmla="*/ 341600 h 501087"/>
              <a:gd name="connsiteX26" fmla="*/ 159801 w 404444"/>
              <a:gd name="connsiteY26" fmla="*/ 299135 h 501087"/>
              <a:gd name="connsiteX27" fmla="*/ 202231 w 404444"/>
              <a:gd name="connsiteY27" fmla="*/ 256670 h 501087"/>
              <a:gd name="connsiteX28" fmla="*/ 221044 w 404444"/>
              <a:gd name="connsiteY28" fmla="*/ 261282 h 501087"/>
              <a:gd name="connsiteX29" fmla="*/ 283837 w 404444"/>
              <a:gd name="connsiteY29" fmla="*/ 198541 h 501087"/>
              <a:gd name="connsiteX30" fmla="*/ 302842 w 404444"/>
              <a:gd name="connsiteY30" fmla="*/ 217529 h 501087"/>
              <a:gd name="connsiteX31" fmla="*/ 240067 w 404444"/>
              <a:gd name="connsiteY31" fmla="*/ 280287 h 501087"/>
              <a:gd name="connsiteX32" fmla="*/ 244644 w 404444"/>
              <a:gd name="connsiteY32" fmla="*/ 299135 h 501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04444" h="501087">
                <a:moveTo>
                  <a:pt x="363041" y="176578"/>
                </a:moveTo>
                <a:cubicBezTo>
                  <a:pt x="380201" y="173132"/>
                  <a:pt x="393115" y="158008"/>
                  <a:pt x="393115" y="139891"/>
                </a:cubicBezTo>
                <a:cubicBezTo>
                  <a:pt x="393115" y="119233"/>
                  <a:pt x="376373" y="102473"/>
                  <a:pt x="355679" y="102473"/>
                </a:cubicBezTo>
                <a:cubicBezTo>
                  <a:pt x="337092" y="102473"/>
                  <a:pt x="321777" y="115996"/>
                  <a:pt x="318853" y="133765"/>
                </a:cubicBezTo>
                <a:cubicBezTo>
                  <a:pt x="296611" y="118015"/>
                  <a:pt x="271150" y="106528"/>
                  <a:pt x="243530" y="100820"/>
                </a:cubicBezTo>
                <a:cubicBezTo>
                  <a:pt x="254338" y="90151"/>
                  <a:pt x="261073" y="75306"/>
                  <a:pt x="261073" y="58877"/>
                </a:cubicBezTo>
                <a:cubicBezTo>
                  <a:pt x="261073" y="26349"/>
                  <a:pt x="234724" y="0"/>
                  <a:pt x="202231" y="0"/>
                </a:cubicBezTo>
                <a:cubicBezTo>
                  <a:pt x="169738" y="0"/>
                  <a:pt x="143354" y="26349"/>
                  <a:pt x="143354" y="58877"/>
                </a:cubicBezTo>
                <a:cubicBezTo>
                  <a:pt x="143354" y="75288"/>
                  <a:pt x="150090" y="90134"/>
                  <a:pt x="160932" y="100820"/>
                </a:cubicBezTo>
                <a:cubicBezTo>
                  <a:pt x="133295" y="106528"/>
                  <a:pt x="107816" y="118032"/>
                  <a:pt x="85591" y="133765"/>
                </a:cubicBezTo>
                <a:cubicBezTo>
                  <a:pt x="82668" y="116030"/>
                  <a:pt x="67352" y="102473"/>
                  <a:pt x="48783" y="102473"/>
                </a:cubicBezTo>
                <a:cubicBezTo>
                  <a:pt x="28090" y="102473"/>
                  <a:pt x="11347" y="119215"/>
                  <a:pt x="11347" y="139891"/>
                </a:cubicBezTo>
                <a:cubicBezTo>
                  <a:pt x="11347" y="158026"/>
                  <a:pt x="24261" y="173132"/>
                  <a:pt x="41386" y="176578"/>
                </a:cubicBezTo>
                <a:cubicBezTo>
                  <a:pt x="15507" y="210550"/>
                  <a:pt x="0" y="252806"/>
                  <a:pt x="0" y="298804"/>
                </a:cubicBezTo>
                <a:cubicBezTo>
                  <a:pt x="0" y="410519"/>
                  <a:pt x="90499" y="501087"/>
                  <a:pt x="202231" y="501087"/>
                </a:cubicBezTo>
                <a:cubicBezTo>
                  <a:pt x="313963" y="501087"/>
                  <a:pt x="404445" y="410501"/>
                  <a:pt x="404445" y="298804"/>
                </a:cubicBezTo>
                <a:cubicBezTo>
                  <a:pt x="404445" y="252806"/>
                  <a:pt x="388938" y="210550"/>
                  <a:pt x="363059" y="176578"/>
                </a:cubicBezTo>
                <a:close/>
                <a:moveTo>
                  <a:pt x="163925" y="58877"/>
                </a:moveTo>
                <a:cubicBezTo>
                  <a:pt x="163978" y="37749"/>
                  <a:pt x="181120" y="20658"/>
                  <a:pt x="202214" y="20641"/>
                </a:cubicBezTo>
                <a:cubicBezTo>
                  <a:pt x="223342" y="20676"/>
                  <a:pt x="240397" y="37749"/>
                  <a:pt x="240432" y="58877"/>
                </a:cubicBezTo>
                <a:cubicBezTo>
                  <a:pt x="240397" y="78717"/>
                  <a:pt x="225239" y="94833"/>
                  <a:pt x="205886" y="96765"/>
                </a:cubicBezTo>
                <a:cubicBezTo>
                  <a:pt x="204650" y="96747"/>
                  <a:pt x="203467" y="96573"/>
                  <a:pt x="202214" y="96573"/>
                </a:cubicBezTo>
                <a:cubicBezTo>
                  <a:pt x="200961" y="96573"/>
                  <a:pt x="199760" y="96747"/>
                  <a:pt x="198524" y="96765"/>
                </a:cubicBezTo>
                <a:cubicBezTo>
                  <a:pt x="179189" y="94833"/>
                  <a:pt x="163978" y="78717"/>
                  <a:pt x="163925" y="58877"/>
                </a:cubicBezTo>
                <a:close/>
                <a:moveTo>
                  <a:pt x="244661" y="299135"/>
                </a:moveTo>
                <a:cubicBezTo>
                  <a:pt x="244661" y="322595"/>
                  <a:pt x="225656" y="341600"/>
                  <a:pt x="202231" y="341600"/>
                </a:cubicBezTo>
                <a:cubicBezTo>
                  <a:pt x="178806" y="341600"/>
                  <a:pt x="159801" y="322595"/>
                  <a:pt x="159801" y="299135"/>
                </a:cubicBezTo>
                <a:cubicBezTo>
                  <a:pt x="159801" y="275675"/>
                  <a:pt x="178788" y="256670"/>
                  <a:pt x="202231" y="256670"/>
                </a:cubicBezTo>
                <a:cubicBezTo>
                  <a:pt x="209018" y="256670"/>
                  <a:pt x="215336" y="258428"/>
                  <a:pt x="221044" y="261282"/>
                </a:cubicBezTo>
                <a:lnTo>
                  <a:pt x="283837" y="198541"/>
                </a:lnTo>
                <a:lnTo>
                  <a:pt x="302842" y="217529"/>
                </a:lnTo>
                <a:lnTo>
                  <a:pt x="240067" y="280287"/>
                </a:lnTo>
                <a:cubicBezTo>
                  <a:pt x="242886" y="285995"/>
                  <a:pt x="244644" y="292313"/>
                  <a:pt x="244644" y="299135"/>
                </a:cubicBezTo>
                <a:close/>
              </a:path>
            </a:pathLst>
          </a:custGeom>
          <a:solidFill>
            <a:schemeClr val="accent5"/>
          </a:solidFill>
          <a:ln w="17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55AD56CA-F8B4-A102-7693-F45233C92C24}"/>
              </a:ext>
            </a:extLst>
          </p:cNvPr>
          <p:cNvSpPr txBox="1">
            <a:spLocks/>
          </p:cNvSpPr>
          <p:nvPr/>
        </p:nvSpPr>
        <p:spPr>
          <a:xfrm>
            <a:off x="8262448" y="5091927"/>
            <a:ext cx="3488122" cy="6124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+ </a:t>
            </a:r>
            <a:r>
              <a:rPr lang="en-US" dirty="0"/>
              <a:t>Get RAISE Accreditation</a:t>
            </a:r>
          </a:p>
        </p:txBody>
      </p:sp>
      <p:sp>
        <p:nvSpPr>
          <p:cNvPr id="14" name="Content Placeholder 27">
            <a:extLst>
              <a:ext uri="{FF2B5EF4-FFF2-40B4-BE49-F238E27FC236}">
                <a16:creationId xmlns:a16="http://schemas.microsoft.com/office/drawing/2014/main" id="{BE9EDF12-B18F-E131-41AB-1FBB10A2BFF9}"/>
              </a:ext>
            </a:extLst>
          </p:cNvPr>
          <p:cNvSpPr txBox="1">
            <a:spLocks/>
          </p:cNvSpPr>
          <p:nvPr/>
        </p:nvSpPr>
        <p:spPr>
          <a:xfrm>
            <a:off x="8402890" y="5463711"/>
            <a:ext cx="3275762" cy="782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Ø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lvl="1" indent="-112713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known process to acquire across IL5, IL6, &amp; IL7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FFE382-C79E-DD6E-6FBE-C1191AA3D949}"/>
              </a:ext>
            </a:extLst>
          </p:cNvPr>
          <p:cNvCxnSpPr>
            <a:cxnSpLocks/>
          </p:cNvCxnSpPr>
          <p:nvPr/>
        </p:nvCxnSpPr>
        <p:spPr>
          <a:xfrm>
            <a:off x="8402889" y="5084839"/>
            <a:ext cx="3275763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C0570B9-7F7A-9872-DDFB-1429DBFD2E9A}"/>
              </a:ext>
            </a:extLst>
          </p:cNvPr>
          <p:cNvGrpSpPr/>
          <p:nvPr/>
        </p:nvGrpSpPr>
        <p:grpSpPr>
          <a:xfrm>
            <a:off x="9718888" y="4312690"/>
            <a:ext cx="643763" cy="639168"/>
            <a:chOff x="2006285" y="2670770"/>
            <a:chExt cx="429175" cy="426112"/>
          </a:xfrm>
        </p:grpSpPr>
        <p:sp>
          <p:nvSpPr>
            <p:cNvPr id="31" name="Freeform 166">
              <a:extLst>
                <a:ext uri="{FF2B5EF4-FFF2-40B4-BE49-F238E27FC236}">
                  <a16:creationId xmlns:a16="http://schemas.microsoft.com/office/drawing/2014/main" id="{839375E7-CAD2-2133-9BB4-BFBBCE3EA42B}"/>
                </a:ext>
              </a:extLst>
            </p:cNvPr>
            <p:cNvSpPr/>
            <p:nvPr/>
          </p:nvSpPr>
          <p:spPr>
            <a:xfrm>
              <a:off x="2279366" y="2917990"/>
              <a:ext cx="109399" cy="109434"/>
            </a:xfrm>
            <a:custGeom>
              <a:avLst/>
              <a:gdLst>
                <a:gd name="connsiteX0" fmla="*/ 109400 w 109399"/>
                <a:gd name="connsiteY0" fmla="*/ 54700 h 109434"/>
                <a:gd name="connsiteX1" fmla="*/ 54700 w 109399"/>
                <a:gd name="connsiteY1" fmla="*/ 0 h 109434"/>
                <a:gd name="connsiteX2" fmla="*/ 0 w 109399"/>
                <a:gd name="connsiteY2" fmla="*/ 54700 h 109434"/>
                <a:gd name="connsiteX3" fmla="*/ 54700 w 109399"/>
                <a:gd name="connsiteY3" fmla="*/ 109435 h 109434"/>
                <a:gd name="connsiteX4" fmla="*/ 109400 w 109399"/>
                <a:gd name="connsiteY4" fmla="*/ 54700 h 109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399" h="109434">
                  <a:moveTo>
                    <a:pt x="109400" y="54700"/>
                  </a:moveTo>
                  <a:cubicBezTo>
                    <a:pt x="109348" y="24487"/>
                    <a:pt x="84878" y="52"/>
                    <a:pt x="54700" y="0"/>
                  </a:cubicBezTo>
                  <a:cubicBezTo>
                    <a:pt x="24487" y="52"/>
                    <a:pt x="52" y="24504"/>
                    <a:pt x="0" y="54700"/>
                  </a:cubicBezTo>
                  <a:cubicBezTo>
                    <a:pt x="52" y="84930"/>
                    <a:pt x="24504" y="109382"/>
                    <a:pt x="54700" y="109435"/>
                  </a:cubicBezTo>
                  <a:cubicBezTo>
                    <a:pt x="84878" y="109382"/>
                    <a:pt x="109348" y="84947"/>
                    <a:pt x="109400" y="54700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167">
              <a:extLst>
                <a:ext uri="{FF2B5EF4-FFF2-40B4-BE49-F238E27FC236}">
                  <a16:creationId xmlns:a16="http://schemas.microsoft.com/office/drawing/2014/main" id="{20E413BB-E7F9-18CE-4418-E7BFD671774E}"/>
                </a:ext>
              </a:extLst>
            </p:cNvPr>
            <p:cNvSpPr/>
            <p:nvPr/>
          </p:nvSpPr>
          <p:spPr>
            <a:xfrm>
              <a:off x="2006285" y="2670770"/>
              <a:ext cx="429175" cy="292069"/>
            </a:xfrm>
            <a:custGeom>
              <a:avLst/>
              <a:gdLst>
                <a:gd name="connsiteX0" fmla="*/ 349136 w 429175"/>
                <a:gd name="connsiteY0" fmla="*/ 74105 h 292069"/>
                <a:gd name="connsiteX1" fmla="*/ 349136 w 429175"/>
                <a:gd name="connsiteY1" fmla="*/ 0 h 292069"/>
                <a:gd name="connsiteX2" fmla="*/ 0 w 429175"/>
                <a:gd name="connsiteY2" fmla="*/ 0 h 292069"/>
                <a:gd name="connsiteX3" fmla="*/ 0 w 429175"/>
                <a:gd name="connsiteY3" fmla="*/ 292069 h 292069"/>
                <a:gd name="connsiteX4" fmla="*/ 250126 w 429175"/>
                <a:gd name="connsiteY4" fmla="*/ 292069 h 292069"/>
                <a:gd name="connsiteX5" fmla="*/ 327781 w 429175"/>
                <a:gd name="connsiteY5" fmla="*/ 223585 h 292069"/>
                <a:gd name="connsiteX6" fmla="*/ 405419 w 429175"/>
                <a:gd name="connsiteY6" fmla="*/ 292069 h 292069"/>
                <a:gd name="connsiteX7" fmla="*/ 429175 w 429175"/>
                <a:gd name="connsiteY7" fmla="*/ 292069 h 292069"/>
                <a:gd name="connsiteX8" fmla="*/ 429175 w 429175"/>
                <a:gd name="connsiteY8" fmla="*/ 74122 h 292069"/>
                <a:gd name="connsiteX9" fmla="*/ 349153 w 429175"/>
                <a:gd name="connsiteY9" fmla="*/ 74122 h 292069"/>
                <a:gd name="connsiteX10" fmla="*/ 246367 w 429175"/>
                <a:gd name="connsiteY10" fmla="*/ 188639 h 292069"/>
                <a:gd name="connsiteX11" fmla="*/ 33885 w 429175"/>
                <a:gd name="connsiteY11" fmla="*/ 188639 h 292069"/>
                <a:gd name="connsiteX12" fmla="*/ 33885 w 429175"/>
                <a:gd name="connsiteY12" fmla="*/ 165005 h 292069"/>
                <a:gd name="connsiteX13" fmla="*/ 246367 w 429175"/>
                <a:gd name="connsiteY13" fmla="*/ 165005 h 292069"/>
                <a:gd name="connsiteX14" fmla="*/ 246367 w 429175"/>
                <a:gd name="connsiteY14" fmla="*/ 188639 h 292069"/>
                <a:gd name="connsiteX15" fmla="*/ 246367 w 429175"/>
                <a:gd name="connsiteY15" fmla="*/ 131033 h 292069"/>
                <a:gd name="connsiteX16" fmla="*/ 33885 w 429175"/>
                <a:gd name="connsiteY16" fmla="*/ 131033 h 292069"/>
                <a:gd name="connsiteX17" fmla="*/ 33885 w 429175"/>
                <a:gd name="connsiteY17" fmla="*/ 107398 h 292069"/>
                <a:gd name="connsiteX18" fmla="*/ 246367 w 429175"/>
                <a:gd name="connsiteY18" fmla="*/ 107398 h 292069"/>
                <a:gd name="connsiteX19" fmla="*/ 246367 w 429175"/>
                <a:gd name="connsiteY19" fmla="*/ 131033 h 292069"/>
                <a:gd name="connsiteX20" fmla="*/ 246367 w 429175"/>
                <a:gd name="connsiteY20" fmla="*/ 73461 h 292069"/>
                <a:gd name="connsiteX21" fmla="*/ 33885 w 429175"/>
                <a:gd name="connsiteY21" fmla="*/ 73461 h 292069"/>
                <a:gd name="connsiteX22" fmla="*/ 33885 w 429175"/>
                <a:gd name="connsiteY22" fmla="*/ 49827 h 292069"/>
                <a:gd name="connsiteX23" fmla="*/ 246367 w 429175"/>
                <a:gd name="connsiteY23" fmla="*/ 49827 h 292069"/>
                <a:gd name="connsiteX24" fmla="*/ 246367 w 429175"/>
                <a:gd name="connsiteY24" fmla="*/ 73461 h 29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29175" h="292069">
                  <a:moveTo>
                    <a:pt x="349136" y="74105"/>
                  </a:moveTo>
                  <a:lnTo>
                    <a:pt x="349136" y="0"/>
                  </a:lnTo>
                  <a:lnTo>
                    <a:pt x="0" y="0"/>
                  </a:lnTo>
                  <a:lnTo>
                    <a:pt x="0" y="292069"/>
                  </a:lnTo>
                  <a:lnTo>
                    <a:pt x="250126" y="292069"/>
                  </a:lnTo>
                  <a:cubicBezTo>
                    <a:pt x="254999" y="253485"/>
                    <a:pt x="287875" y="223585"/>
                    <a:pt x="327781" y="223585"/>
                  </a:cubicBezTo>
                  <a:cubicBezTo>
                    <a:pt x="367688" y="223585"/>
                    <a:pt x="400598" y="253502"/>
                    <a:pt x="405419" y="292069"/>
                  </a:cubicBezTo>
                  <a:lnTo>
                    <a:pt x="429175" y="292069"/>
                  </a:lnTo>
                  <a:lnTo>
                    <a:pt x="429175" y="74122"/>
                  </a:lnTo>
                  <a:lnTo>
                    <a:pt x="349153" y="74122"/>
                  </a:lnTo>
                  <a:close/>
                  <a:moveTo>
                    <a:pt x="246367" y="188639"/>
                  </a:moveTo>
                  <a:lnTo>
                    <a:pt x="33885" y="188639"/>
                  </a:lnTo>
                  <a:lnTo>
                    <a:pt x="33885" y="165005"/>
                  </a:lnTo>
                  <a:lnTo>
                    <a:pt x="246367" y="165005"/>
                  </a:lnTo>
                  <a:lnTo>
                    <a:pt x="246367" y="188639"/>
                  </a:lnTo>
                  <a:close/>
                  <a:moveTo>
                    <a:pt x="246367" y="131033"/>
                  </a:moveTo>
                  <a:lnTo>
                    <a:pt x="33885" y="131033"/>
                  </a:lnTo>
                  <a:lnTo>
                    <a:pt x="33885" y="107398"/>
                  </a:lnTo>
                  <a:lnTo>
                    <a:pt x="246367" y="107398"/>
                  </a:lnTo>
                  <a:lnTo>
                    <a:pt x="246367" y="131033"/>
                  </a:lnTo>
                  <a:close/>
                  <a:moveTo>
                    <a:pt x="246367" y="73461"/>
                  </a:moveTo>
                  <a:lnTo>
                    <a:pt x="33885" y="73461"/>
                  </a:lnTo>
                  <a:lnTo>
                    <a:pt x="33885" y="49827"/>
                  </a:lnTo>
                  <a:lnTo>
                    <a:pt x="246367" y="49827"/>
                  </a:lnTo>
                  <a:lnTo>
                    <a:pt x="246367" y="73461"/>
                  </a:ln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168">
              <a:extLst>
                <a:ext uri="{FF2B5EF4-FFF2-40B4-BE49-F238E27FC236}">
                  <a16:creationId xmlns:a16="http://schemas.microsoft.com/office/drawing/2014/main" id="{222B07CB-F792-D2ED-632C-56DC8A519FB6}"/>
                </a:ext>
              </a:extLst>
            </p:cNvPr>
            <p:cNvSpPr/>
            <p:nvPr/>
          </p:nvSpPr>
          <p:spPr>
            <a:xfrm>
              <a:off x="2379072" y="2686207"/>
              <a:ext cx="37922" cy="35033"/>
            </a:xfrm>
            <a:custGeom>
              <a:avLst/>
              <a:gdLst>
                <a:gd name="connsiteX0" fmla="*/ 0 w 37922"/>
                <a:gd name="connsiteY0" fmla="*/ 0 h 35033"/>
                <a:gd name="connsiteX1" fmla="*/ 0 w 37922"/>
                <a:gd name="connsiteY1" fmla="*/ 34999 h 35033"/>
                <a:gd name="connsiteX2" fmla="*/ 37923 w 37922"/>
                <a:gd name="connsiteY2" fmla="*/ 35034 h 35033"/>
                <a:gd name="connsiteX3" fmla="*/ 0 w 37922"/>
                <a:gd name="connsiteY3" fmla="*/ 0 h 35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22" h="35033">
                  <a:moveTo>
                    <a:pt x="0" y="0"/>
                  </a:moveTo>
                  <a:lnTo>
                    <a:pt x="0" y="34999"/>
                  </a:lnTo>
                  <a:lnTo>
                    <a:pt x="37923" y="35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169">
              <a:extLst>
                <a:ext uri="{FF2B5EF4-FFF2-40B4-BE49-F238E27FC236}">
                  <a16:creationId xmlns:a16="http://schemas.microsoft.com/office/drawing/2014/main" id="{5E197FF4-0500-DB61-0F8E-6CF763CF9491}"/>
                </a:ext>
              </a:extLst>
            </p:cNvPr>
            <p:cNvSpPr/>
            <p:nvPr/>
          </p:nvSpPr>
          <p:spPr>
            <a:xfrm>
              <a:off x="2253609" y="3029565"/>
              <a:ext cx="52037" cy="63158"/>
            </a:xfrm>
            <a:custGeom>
              <a:avLst/>
              <a:gdLst>
                <a:gd name="connsiteX0" fmla="*/ 39924 w 52037"/>
                <a:gd name="connsiteY0" fmla="*/ 2506 h 63158"/>
                <a:gd name="connsiteX1" fmla="*/ 35451 w 52037"/>
                <a:gd name="connsiteY1" fmla="*/ 0 h 63158"/>
                <a:gd name="connsiteX2" fmla="*/ 0 w 52037"/>
                <a:gd name="connsiteY2" fmla="*/ 63158 h 63158"/>
                <a:gd name="connsiteX3" fmla="*/ 52037 w 52037"/>
                <a:gd name="connsiteY3" fmla="*/ 63158 h 63158"/>
                <a:gd name="connsiteX4" fmla="*/ 52037 w 52037"/>
                <a:gd name="connsiteY4" fmla="*/ 8093 h 63158"/>
                <a:gd name="connsiteX5" fmla="*/ 48817 w 52037"/>
                <a:gd name="connsiteY5" fmla="*/ 6787 h 63158"/>
                <a:gd name="connsiteX6" fmla="*/ 39907 w 52037"/>
                <a:gd name="connsiteY6" fmla="*/ 2506 h 6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037" h="63158">
                  <a:moveTo>
                    <a:pt x="39924" y="2506"/>
                  </a:moveTo>
                  <a:lnTo>
                    <a:pt x="35451" y="0"/>
                  </a:lnTo>
                  <a:lnTo>
                    <a:pt x="0" y="63158"/>
                  </a:lnTo>
                  <a:lnTo>
                    <a:pt x="52037" y="63158"/>
                  </a:lnTo>
                  <a:lnTo>
                    <a:pt x="52037" y="8093"/>
                  </a:lnTo>
                  <a:lnTo>
                    <a:pt x="48817" y="6787"/>
                  </a:lnTo>
                  <a:cubicBezTo>
                    <a:pt x="45737" y="5552"/>
                    <a:pt x="42761" y="4125"/>
                    <a:pt x="39907" y="2506"/>
                  </a:cubicBez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170">
              <a:extLst>
                <a:ext uri="{FF2B5EF4-FFF2-40B4-BE49-F238E27FC236}">
                  <a16:creationId xmlns:a16="http://schemas.microsoft.com/office/drawing/2014/main" id="{E347FD4B-ABF4-72E9-8D8B-AD19C3A8F604}"/>
                </a:ext>
              </a:extLst>
            </p:cNvPr>
            <p:cNvSpPr/>
            <p:nvPr/>
          </p:nvSpPr>
          <p:spPr>
            <a:xfrm>
              <a:off x="2361512" y="3029548"/>
              <a:ext cx="52037" cy="67334"/>
            </a:xfrm>
            <a:custGeom>
              <a:avLst/>
              <a:gdLst>
                <a:gd name="connsiteX0" fmla="*/ 9659 w 52037"/>
                <a:gd name="connsiteY0" fmla="*/ 3202 h 67334"/>
                <a:gd name="connsiteX1" fmla="*/ 2698 w 52037"/>
                <a:gd name="connsiteY1" fmla="*/ 7484 h 67334"/>
                <a:gd name="connsiteX2" fmla="*/ 35 w 52037"/>
                <a:gd name="connsiteY2" fmla="*/ 8928 h 67334"/>
                <a:gd name="connsiteX3" fmla="*/ 0 w 52037"/>
                <a:gd name="connsiteY3" fmla="*/ 67335 h 67334"/>
                <a:gd name="connsiteX4" fmla="*/ 52037 w 52037"/>
                <a:gd name="connsiteY4" fmla="*/ 67335 h 67334"/>
                <a:gd name="connsiteX5" fmla="*/ 14254 w 52037"/>
                <a:gd name="connsiteY5" fmla="*/ 0 h 67334"/>
                <a:gd name="connsiteX6" fmla="*/ 9642 w 52037"/>
                <a:gd name="connsiteY6" fmla="*/ 3185 h 67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037" h="67334">
                  <a:moveTo>
                    <a:pt x="9659" y="3202"/>
                  </a:moveTo>
                  <a:cubicBezTo>
                    <a:pt x="7414" y="4734"/>
                    <a:pt x="5134" y="6196"/>
                    <a:pt x="2698" y="7484"/>
                  </a:cubicBezTo>
                  <a:lnTo>
                    <a:pt x="35" y="8928"/>
                  </a:lnTo>
                  <a:lnTo>
                    <a:pt x="0" y="67335"/>
                  </a:lnTo>
                  <a:lnTo>
                    <a:pt x="52037" y="67335"/>
                  </a:lnTo>
                  <a:lnTo>
                    <a:pt x="14254" y="0"/>
                  </a:lnTo>
                  <a:lnTo>
                    <a:pt x="9642" y="3185"/>
                  </a:lnTo>
                  <a:close/>
                </a:path>
              </a:pathLst>
            </a:custGeom>
            <a:solidFill>
              <a:schemeClr val="accent5"/>
            </a:solidFill>
            <a:ln w="1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4983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EAE1-F45B-63BF-12DE-EB0D2CACA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EB867-51AA-76B7-BEE9-FC916FBF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57AB04-31BA-DA86-C382-3F301EAB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F6B-FE06-9F4B-88C6-58A1FC5E56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65ABCA-920F-25F7-E18A-0291312C76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270508-2CBE-4ECF-B91E-00AB4F917A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8B145D3-87C0-FD0F-D310-E552AB7D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Pilot Customer Feedback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6E4827-201A-4212-0800-1866904B5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880848"/>
            <a:ext cx="11577506" cy="4788217"/>
          </a:xfrm>
        </p:spPr>
        <p:txBody>
          <a:bodyPr/>
          <a:lstStyle/>
          <a:p>
            <a:r>
              <a:rPr lang="en-US" sz="1800" b="1" dirty="0"/>
              <a:t>AWS &amp; GitLab Integration:</a:t>
            </a:r>
            <a:r>
              <a:rPr lang="en-US" sz="1800" dirty="0"/>
              <a:t> Provided seamless automated deployment workflows capable of deploying within minutes to the AWS environment.</a:t>
            </a:r>
          </a:p>
          <a:p>
            <a:r>
              <a:rPr lang="en-US" sz="1800" b="1" dirty="0"/>
              <a:t>Permissions to Environments:</a:t>
            </a:r>
            <a:r>
              <a:rPr lang="en-US" sz="1800" dirty="0"/>
              <a:t> Once provisioned environments provided flexibility and self-sufficiency. </a:t>
            </a:r>
          </a:p>
          <a:p>
            <a:r>
              <a:rPr lang="en-US" sz="1800" b="1" dirty="0"/>
              <a:t>Clear Path to Production</a:t>
            </a:r>
            <a:r>
              <a:rPr lang="en-US" sz="1800" dirty="0"/>
              <a:t>: Known process to deploy in production utilizing NCE resources. Significant inheritable ATO controls from NCE for program production environments</a:t>
            </a:r>
          </a:p>
          <a:p>
            <a:pPr marL="0" indent="0">
              <a:buNone/>
            </a:pPr>
            <a:endParaRPr lang="en-US" sz="800" b="1" dirty="0"/>
          </a:p>
          <a:p>
            <a:r>
              <a:rPr lang="en-US" sz="1800" b="1" dirty="0"/>
              <a:t>Outdated/inaccurate technical documentation &amp; </a:t>
            </a:r>
            <a:r>
              <a:rPr lang="en-US" sz="1800" dirty="0"/>
              <a:t>scattered CI catalog (improving via wiki).</a:t>
            </a:r>
          </a:p>
          <a:p>
            <a:r>
              <a:rPr lang="en-US" sz="1800" b="1" dirty="0"/>
              <a:t>Manage Runners by NCE</a:t>
            </a:r>
            <a:r>
              <a:rPr lang="en-US" sz="1800" dirty="0"/>
              <a:t>: Reduced workload &amp; resources on program team/environments;</a:t>
            </a:r>
            <a:r>
              <a:rPr lang="en-US" sz="1800" b="1" dirty="0"/>
              <a:t> increased reliance on external NCE team which compounds the pain because their support latency is too high.</a:t>
            </a:r>
            <a:endParaRPr lang="en-US" sz="800" b="1" dirty="0"/>
          </a:p>
          <a:p>
            <a:r>
              <a:rPr lang="en-US" sz="1800" b="1" dirty="0"/>
              <a:t>Environment Inconsistencies</a:t>
            </a:r>
            <a:r>
              <a:rPr lang="en-US" sz="1800" dirty="0"/>
              <a:t>: Different GitLab versions across enclaves cause import/recreation problems; IL5 has newer features (Issues, container registry) unavailable on IL6/IL7. GitLab container registry and Hardened AMIs available in IL5 but not IL6+IL7</a:t>
            </a:r>
          </a:p>
          <a:p>
            <a:r>
              <a:rPr lang="en-US" sz="1800" b="1" dirty="0"/>
              <a:t>Excessive Account Creation Times</a:t>
            </a:r>
            <a:r>
              <a:rPr lang="en-US" sz="1800" dirty="0"/>
              <a:t>: GitLab (IL5/IL7) delayed to 9/29/2025, AWS to 11/6/2025, IL6 not until 12/19/2025—due to unclear processes and SAAR-N approval bottlenecks.</a:t>
            </a:r>
          </a:p>
          <a:p>
            <a:r>
              <a:rPr lang="en-US" sz="1800" b="1" dirty="0"/>
              <a:t>Provisioning Errors</a:t>
            </a:r>
            <a:r>
              <a:rPr lang="en-US" sz="1800" dirty="0"/>
              <a:t>: Missing NCE IAM roles, identity providers, and IA roles (some manually added); persistent provider/ticket issues.</a:t>
            </a:r>
          </a:p>
          <a:p>
            <a:r>
              <a:rPr lang="en-US" sz="1800" b="1" dirty="0"/>
              <a:t>Slow Ticket Handling</a:t>
            </a:r>
            <a:r>
              <a:rPr lang="en-US" sz="1800" dirty="0"/>
              <a:t>: NCE responses 3–4 days, initial resolutions 14+ days; post-TEM 5 sustainment shows faster closures, but some tickets remain extended.</a:t>
            </a:r>
          </a:p>
          <a:p>
            <a:endParaRPr lang="en-US" sz="1800" dirty="0"/>
          </a:p>
          <a:p>
            <a:pPr marL="457200" lvl="1" indent="0">
              <a:buNone/>
            </a:pP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F97639-DEDB-B557-05EE-3B0F2C90BA3E}"/>
              </a:ext>
            </a:extLst>
          </p:cNvPr>
          <p:cNvCxnSpPr/>
          <p:nvPr/>
        </p:nvCxnSpPr>
        <p:spPr>
          <a:xfrm>
            <a:off x="669010" y="2575419"/>
            <a:ext cx="11291299" cy="0"/>
          </a:xfrm>
          <a:prstGeom prst="line">
            <a:avLst/>
          </a:prstGeom>
          <a:ln w="38100">
            <a:solidFill>
              <a:srgbClr val="0070C0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0D86C7-0B8B-5E98-8023-E98F07A86E23}"/>
              </a:ext>
            </a:extLst>
          </p:cNvPr>
          <p:cNvCxnSpPr/>
          <p:nvPr/>
        </p:nvCxnSpPr>
        <p:spPr>
          <a:xfrm>
            <a:off x="669010" y="3707653"/>
            <a:ext cx="11291299" cy="0"/>
          </a:xfrm>
          <a:prstGeom prst="line">
            <a:avLst/>
          </a:prstGeom>
          <a:ln w="38100">
            <a:solidFill>
              <a:srgbClr val="FF6528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rrow: Up-Down 4">
            <a:extLst>
              <a:ext uri="{FF2B5EF4-FFF2-40B4-BE49-F238E27FC236}">
                <a16:creationId xmlns:a16="http://schemas.microsoft.com/office/drawing/2014/main" id="{F3526D36-97CA-003D-8EFC-5D704FA4C8A2}"/>
              </a:ext>
            </a:extLst>
          </p:cNvPr>
          <p:cNvSpPr/>
          <p:nvPr/>
        </p:nvSpPr>
        <p:spPr>
          <a:xfrm rot="10800000">
            <a:off x="65314" y="940867"/>
            <a:ext cx="388967" cy="5332424"/>
          </a:xfrm>
          <a:prstGeom prst="up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7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9F660-5CB0-8FB8-72E4-B541CD4C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75128F-FA2A-3A33-2D3E-94ADE4B4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8DCB7E-89D9-28A4-D628-D178CC661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ED4C44-913A-8DE8-2BFB-4FE3EDC81B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3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3F40A-C3B6-B268-1C16-926844EDE4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63780-ACCB-42F5-3613-ACB14DF37B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09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F7ACE-D4B2-8765-AB40-06BF21FD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89EC0-994A-8466-F245-F288FC6D3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dirty="0"/>
              <a:t>10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36BF3-10F0-D0C5-8B5D-010DBFEE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F6B-FE06-9F4B-88C6-58A1FC5E56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6ACB20-06E3-2A2E-AEC6-D76B3F2C60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1C6AD0-3B09-BCCA-512C-02073A545B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93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F2B2C-7CDF-D8B2-5C79-BF769CFC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A0C6-DEC0-0C7A-F687-2827267F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NCE Assessment Evaluation Process &amp;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C5C91-5A1D-E295-B1EE-1D53BEDC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27 FEB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83F5C-8AD5-9AF2-4962-AC7EBC83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A8F6B-FE06-9F4B-88C6-58A1FC5E565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3B2051-009D-10B3-5E32-8341B6AE30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08295C-37B9-F289-C0CE-D0C40C276F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AA46FA-042B-5ECF-73E5-3241C7F2B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655" y="1319704"/>
            <a:ext cx="4431132" cy="33103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AA8049-732B-7583-3A7F-EF10CAC26D99}"/>
              </a:ext>
            </a:extLst>
          </p:cNvPr>
          <p:cNvSpPr txBox="1"/>
          <p:nvPr/>
        </p:nvSpPr>
        <p:spPr>
          <a:xfrm>
            <a:off x="7482767" y="5990134"/>
            <a:ext cx="43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Sample of Checklist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FABC05-C6F1-00A7-D3AE-8D14EE0A5E05}"/>
              </a:ext>
            </a:extLst>
          </p:cNvPr>
          <p:cNvSpPr txBox="1"/>
          <p:nvPr/>
        </p:nvSpPr>
        <p:spPr>
          <a:xfrm>
            <a:off x="7478189" y="984276"/>
            <a:ext cx="387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of NAVWAR CI-CD Criteria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C7FB8A-7846-8BBA-B503-C06ECA5374F7}"/>
              </a:ext>
            </a:extLst>
          </p:cNvPr>
          <p:cNvSpPr txBox="1">
            <a:spLocks/>
          </p:cNvSpPr>
          <p:nvPr/>
        </p:nvSpPr>
        <p:spPr>
          <a:xfrm>
            <a:off x="379555" y="2402869"/>
            <a:ext cx="6982268" cy="30218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System Font Regular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Wingdings" pitchFamily="2" charset="2"/>
              <a:buChar char="Ø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Leveraged NAVWAR CI-CD requirements spreadsheet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Pilots for the </a:t>
            </a:r>
            <a:r>
              <a:rPr lang="en-US"/>
              <a:t>assessment covered </a:t>
            </a:r>
            <a:r>
              <a:rPr lang="en-US" dirty="0"/>
              <a:t>the SDLC from dev through cloud deployment &amp; included approximately ten technical staff across three programs, over three months</a:t>
            </a:r>
          </a:p>
          <a:p>
            <a:endParaRPr lang="en-US" dirty="0"/>
          </a:p>
          <a:p>
            <a:r>
              <a:rPr lang="en-US" dirty="0"/>
              <a:t>Scorecard summary derived from the detailed Checklist data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FA00E8D-5A22-7DB3-968A-8619C72BEBD9}"/>
              </a:ext>
            </a:extLst>
          </p:cNvPr>
          <p:cNvCxnSpPr>
            <a:cxnSpLocks/>
          </p:cNvCxnSpPr>
          <p:nvPr/>
        </p:nvCxnSpPr>
        <p:spPr>
          <a:xfrm rot="10800000" flipH="1">
            <a:off x="7570655" y="4630020"/>
            <a:ext cx="2185147" cy="904346"/>
          </a:xfrm>
          <a:prstGeom prst="bentConnector4">
            <a:avLst>
              <a:gd name="adj1" fmla="val -7188"/>
              <a:gd name="adj2" fmla="val 81731"/>
            </a:avLst>
          </a:prstGeom>
          <a:ln w="38100">
            <a:solidFill>
              <a:srgbClr val="0070C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Graphical user interface, text, application">
            <a:extLst>
              <a:ext uri="{FF2B5EF4-FFF2-40B4-BE49-F238E27FC236}">
                <a16:creationId xmlns:a16="http://schemas.microsoft.com/office/drawing/2014/main" id="{C477D1F4-3C14-0D53-A239-EEEF6C2A2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239" y="4973232"/>
            <a:ext cx="4338290" cy="1063139"/>
          </a:xfrm>
          <a:prstGeom prst="rect">
            <a:avLst/>
          </a:prstGeom>
        </p:spPr>
      </p:pic>
      <p:sp>
        <p:nvSpPr>
          <p:cNvPr id="42" name="Left Bracket 41">
            <a:extLst>
              <a:ext uri="{FF2B5EF4-FFF2-40B4-BE49-F238E27FC236}">
                <a16:creationId xmlns:a16="http://schemas.microsoft.com/office/drawing/2014/main" id="{86DE8EE8-C577-8BCC-2E1D-9F14B349096B}"/>
              </a:ext>
            </a:extLst>
          </p:cNvPr>
          <p:cNvSpPr/>
          <p:nvPr/>
        </p:nvSpPr>
        <p:spPr>
          <a:xfrm>
            <a:off x="7590057" y="5095401"/>
            <a:ext cx="104182" cy="894733"/>
          </a:xfrm>
          <a:prstGeom prst="lef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1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MW 120 Color Palett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192859"/>
      </a:accent1>
      <a:accent2>
        <a:srgbClr val="8DC4CA"/>
      </a:accent2>
      <a:accent3>
        <a:srgbClr val="438AAA"/>
      </a:accent3>
      <a:accent4>
        <a:srgbClr val="DEDDDC"/>
      </a:accent4>
      <a:accent5>
        <a:srgbClr val="FF6528"/>
      </a:accent5>
      <a:accent6>
        <a:srgbClr val="ECBC00"/>
      </a:accent6>
      <a:hlink>
        <a:srgbClr val="1C2856"/>
      </a:hlink>
      <a:folHlink>
        <a:srgbClr val="5589A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c626f4f-0c57-472a-a2fc-c1d779670067" xsi:nil="true"/>
    <lcf76f155ced4ddcb4097134ff3c332f xmlns="89d5ec7b-ae1a-4ef8-9195-73c44b9f58a8">
      <Terms xmlns="http://schemas.microsoft.com/office/infopath/2007/PartnerControls"/>
    </lcf76f155ced4ddcb4097134ff3c332f>
    <Notes xmlns="89d5ec7b-ae1a-4ef8-9195-73c44b9f58a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6B397226820B4BAF381A2D83DBA5FE" ma:contentTypeVersion="15" ma:contentTypeDescription="Create a new document." ma:contentTypeScope="" ma:versionID="cdd5fd08a22eef028fc05c5f74d2a5cb">
  <xsd:schema xmlns:xsd="http://www.w3.org/2001/XMLSchema" xmlns:xs="http://www.w3.org/2001/XMLSchema" xmlns:p="http://schemas.microsoft.com/office/2006/metadata/properties" xmlns:ns2="89d5ec7b-ae1a-4ef8-9195-73c44b9f58a8" xmlns:ns3="7c626f4f-0c57-472a-a2fc-c1d779670067" targetNamespace="http://schemas.microsoft.com/office/2006/metadata/properties" ma:root="true" ma:fieldsID="31af75ab2677b21e7473b07400040e79" ns2:_="" ns3:_="">
    <xsd:import namespace="89d5ec7b-ae1a-4ef8-9195-73c44b9f58a8"/>
    <xsd:import namespace="7c626f4f-0c57-472a-a2fc-c1d7796700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Note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5ec7b-ae1a-4ef8-9195-73c44b9f58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3c2dc80-691a-4df3-848c-4de4f8fc32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s" ma:index="21" nillable="true" ma:displayName="Notes" ma:format="Dropdown" ma:internalName="Notes">
      <xsd:simpleType>
        <xsd:restriction base="dms:Text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626f4f-0c57-472a-a2fc-c1d77967006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9144084-a8cc-485c-bd79-988065c68e97}" ma:internalName="TaxCatchAll" ma:showField="CatchAllData" ma:web="7c626f4f-0c57-472a-a2fc-c1d7796700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508040-CC4D-4DBF-BF37-B24878E14934}">
  <ds:schemaRefs>
    <ds:schemaRef ds:uri="http://purl.org/dc/elements/1.1/"/>
    <ds:schemaRef ds:uri="89d5ec7b-ae1a-4ef8-9195-73c44b9f58a8"/>
    <ds:schemaRef ds:uri="http://schemas.microsoft.com/office/2006/metadata/properties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7c626f4f-0c57-472a-a2fc-c1d779670067"/>
  </ds:schemaRefs>
</ds:datastoreItem>
</file>

<file path=customXml/itemProps2.xml><?xml version="1.0" encoding="utf-8"?>
<ds:datastoreItem xmlns:ds="http://schemas.openxmlformats.org/officeDocument/2006/customXml" ds:itemID="{42D5F747-9F5C-47CC-A294-3D13FA2292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E1105E-DF02-4E02-AC2B-E1600D1862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d5ec7b-ae1a-4ef8-9195-73c44b9f58a8"/>
    <ds:schemaRef ds:uri="7c626f4f-0c57-472a-a2fc-c1d7796700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8ac41d-52a3-4e8c-b431-b300a7a7ee8b}" enabled="0" method="" siteId="{728ac41d-52a3-4e8c-b431-b300a7a7ee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2658</TotalTime>
  <Words>1071</Words>
  <Application>Microsoft Office PowerPoint</Application>
  <PresentationFormat>Widescreen</PresentationFormat>
  <Paragraphs>158</Paragraphs>
  <Slides>13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Arial Black</vt:lpstr>
      <vt:lpstr>Courier New</vt:lpstr>
      <vt:lpstr>System Font Regular</vt:lpstr>
      <vt:lpstr>Wingdings</vt:lpstr>
      <vt:lpstr>Office Theme</vt:lpstr>
      <vt:lpstr>Worksheet</vt:lpstr>
      <vt:lpstr>PMW 120</vt:lpstr>
      <vt:lpstr>PowerPoint Presentation</vt:lpstr>
      <vt:lpstr>Moving to NCE from OSA</vt:lpstr>
      <vt:lpstr>BLUF</vt:lpstr>
      <vt:lpstr>NCE Scorecard</vt:lpstr>
      <vt:lpstr>Areas of Success &amp; What Worked Well</vt:lpstr>
      <vt:lpstr>Areas for Improvement &amp; Pain Points</vt:lpstr>
      <vt:lpstr>120 NCE Enhancement Requests</vt:lpstr>
      <vt:lpstr>Pilot Customer Feedback</vt:lpstr>
      <vt:lpstr>Thank you</vt:lpstr>
      <vt:lpstr>PowerPoint Presentation</vt:lpstr>
      <vt:lpstr>Backup Slides</vt:lpstr>
      <vt:lpstr>NCE Assessment Evaluation Process &amp;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robert.z.samuels.ctr@us.navy.mil</dc:creator>
  <cp:lastModifiedBy>Samuels, Robert Z. [US]</cp:lastModifiedBy>
  <cp:revision>13</cp:revision>
  <dcterms:created xsi:type="dcterms:W3CDTF">2025-09-11T21:26:24Z</dcterms:created>
  <dcterms:modified xsi:type="dcterms:W3CDTF">2026-07-21T23:49:38Z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0x010100F36B397226820B4BAF381A2D83DBA5FE</vt:lpwstr>
  </property>
  <property fmtid="{D5CDD505-2E9C-101B-9397-08002B2CF9AE}" pid="3" name="MediaServiceImageTags">
    <vt:lpwstr/>
  </property>
</Properties>
</file>