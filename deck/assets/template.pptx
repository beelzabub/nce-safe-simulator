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9" r:id="rId4"/>
    <p:sldMasterId id="2147483755" r:id="rId5"/>
    <p:sldMasterId id="2147483844" r:id="rId6"/>
  </p:sldMasterIdLst>
  <p:notesMasterIdLst>
    <p:notesMasterId r:id="rId9"/>
  </p:notesMasterIdLst>
  <p:handoutMasterIdLst>
    <p:handoutMasterId r:id="rId10"/>
  </p:handoutMasterIdLst>
  <p:sldIdLst/>
  <p:sldSz cx="9144000" cy="5143500" type="screen16x9"/>
  <p:notesSz cx="6934200" cy="92202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2880">
          <p15:clr>
            <a:srgbClr val="A4A3A4"/>
          </p15:clr>
        </p15:guide>
        <p15:guide id="6" orient="horz" pos="15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0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696F"/>
    <a:srgbClr val="FDB913"/>
    <a:srgbClr val="BCD63E"/>
    <a:srgbClr val="006BB5"/>
    <a:srgbClr val="D12052"/>
    <a:srgbClr val="562E8F"/>
    <a:srgbClr val="F5822B"/>
    <a:srgbClr val="E0E2E2"/>
    <a:srgbClr val="BCD632"/>
    <a:srgbClr val="F58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3" autoAdjust="0"/>
    <p:restoredTop sz="96932" autoAdjust="0"/>
  </p:normalViewPr>
  <p:slideViewPr>
    <p:cSldViewPr snapToGrid="0">
      <p:cViewPr varScale="1">
        <p:scale>
          <a:sx n="136" d="100"/>
          <a:sy n="136" d="100"/>
        </p:scale>
        <p:origin x="208" y="752"/>
      </p:cViewPr>
      <p:guideLst>
        <p:guide pos="2880"/>
        <p:guide orient="horz" pos="15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6" d="100"/>
        <a:sy n="116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4496" y="200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tags" Target="tags/tag1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05138" cy="460375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476" y="1"/>
            <a:ext cx="3005138" cy="460375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r">
              <a:defRPr sz="1200"/>
            </a:lvl1pPr>
          </a:lstStyle>
          <a:p>
            <a:fld id="{935FE83B-F99B-4400-8F18-7C5D5D7CCA96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8239"/>
            <a:ext cx="3005138" cy="460375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476" y="8758239"/>
            <a:ext cx="3005138" cy="460375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r">
              <a:defRPr sz="1200"/>
            </a:lvl1pPr>
          </a:lstStyle>
          <a:p>
            <a:fld id="{703A55F3-4597-40D4-803A-FEE1E1B423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7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8" tIns="46148" rIns="92298" bIns="4614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5" y="0"/>
            <a:ext cx="3004820" cy="461010"/>
          </a:xfrm>
          <a:prstGeom prst="rect">
            <a:avLst/>
          </a:prstGeom>
        </p:spPr>
        <p:txBody>
          <a:bodyPr vert="horz" lIns="92298" tIns="46148" rIns="92298" bIns="46148" rtlCol="0"/>
          <a:lstStyle>
            <a:lvl1pPr algn="r">
              <a:defRPr sz="1200"/>
            </a:lvl1pPr>
          </a:lstStyle>
          <a:p>
            <a:fld id="{732DE9AA-71E3-4CF2-834F-13A1E92E7B6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146800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8" tIns="46148" rIns="92298" bIns="4614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8" tIns="46148" rIns="92298" bIns="4614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8" tIns="46148" rIns="92298" bIns="4614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5" y="8757590"/>
            <a:ext cx="3004820" cy="461010"/>
          </a:xfrm>
          <a:prstGeom prst="rect">
            <a:avLst/>
          </a:prstGeom>
        </p:spPr>
        <p:txBody>
          <a:bodyPr vert="horz" lIns="92298" tIns="46148" rIns="92298" bIns="46148" rtlCol="0" anchor="b"/>
          <a:lstStyle>
            <a:lvl1pPr algn="r">
              <a:defRPr sz="1200"/>
            </a:lvl1pPr>
          </a:lstStyle>
          <a:p>
            <a:fld id="{039B4EB4-5598-40D3-88E5-16B91A0484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84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 Headline/Singl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1741B3-0D26-1142-A81B-6916B72A8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95350"/>
            <a:ext cx="8496300" cy="3619501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ED87D-9DE4-D54C-8533-C722C4A0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9550"/>
            <a:ext cx="8485827" cy="381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285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ubl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5A036F-3F5B-3A45-A59A-EA3691CAB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895350"/>
            <a:ext cx="4083894" cy="36195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535C50E-4B3A-0240-8785-8BDE97A5CC4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717207" y="895350"/>
            <a:ext cx="4118589" cy="36195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675EF-8D3B-9C40-B40C-4F767C94A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9551"/>
            <a:ext cx="8496300" cy="381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450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uble Co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64B148-1377-A041-BBE7-54E4B3557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95350"/>
            <a:ext cx="8498072" cy="3619500"/>
          </a:xfrm>
        </p:spPr>
        <p:txBody>
          <a:bodyPr numCol="2" spcCol="274320"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None/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Tx/>
              <a:buNone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Tx/>
              <a:buNone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Tx/>
              <a:buNone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D5BB1-764F-264D-B399-C4640119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5851"/>
            <a:ext cx="8498072" cy="383085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481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eft -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1FB37D-E90A-504D-ACAF-4DAF92F2A92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13872" y="895350"/>
            <a:ext cx="4114855" cy="36195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A964B392-C7A1-6D41-8DBA-E4CE23894FFB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42899" y="895350"/>
            <a:ext cx="4080999" cy="3619500"/>
          </a:xfrm>
        </p:spPr>
        <p:txBody>
          <a:bodyPr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6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Click to icon to add image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5407A72-AABA-0743-A0F2-3DC2BCE7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9550"/>
            <a:ext cx="8485828" cy="381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1888D32-3AE2-E744-A9A9-4CE5D111B74A}"/>
              </a:ext>
            </a:extLst>
          </p:cNvPr>
          <p:cNvSpPr txBox="1">
            <a:spLocks/>
          </p:cNvSpPr>
          <p:nvPr userDrawn="1"/>
        </p:nvSpPr>
        <p:spPr>
          <a:xfrm>
            <a:off x="467958" y="1732229"/>
            <a:ext cx="8360769" cy="31184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200"/>
              </a:spcBef>
              <a:buClr>
                <a:schemeClr val="tx2"/>
              </a:buClr>
              <a:buFontTx/>
              <a:buNone/>
              <a:defRPr lang="en-US" sz="1600" kern="1200" dirty="0" smtClean="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1pPr>
            <a:lvl2pPr marL="400050" indent="-173038" algn="l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73088" indent="-173038" algn="l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SzPct val="80000"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41363" indent="-168275" algn="l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373779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7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eft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17FCAC71-FFC0-9C4C-A738-80F22B60B875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4714685" y="895350"/>
            <a:ext cx="4124515" cy="3619500"/>
          </a:xfrm>
        </p:spPr>
        <p:txBody>
          <a:bodyPr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6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Click to icon to add image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33CAF7B-E471-CA40-AC73-981382679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9550"/>
            <a:ext cx="8496300" cy="381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67C9D0-B8F7-794F-ACF6-E4C8966FCBC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42900" y="895350"/>
            <a:ext cx="4086416" cy="36195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530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1FB37D-E90A-504D-ACAF-4DAF92F2A92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42258" y="895350"/>
            <a:ext cx="2565810" cy="36195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5407A72-AABA-0743-A0F2-3DC2BCE7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1" y="209551"/>
            <a:ext cx="8480385" cy="380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C6B552-1DCF-F04D-A345-4019D3F1FB4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62916" y="895350"/>
            <a:ext cx="2576283" cy="36195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907FEB4-40DB-B44A-BE18-9F486C10D7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8342" y="895351"/>
            <a:ext cx="2565810" cy="3619499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459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87BEECF-E7AD-F74C-8EA7-B5C1A3AE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9550"/>
            <a:ext cx="8496300" cy="381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1999BA2-76AB-164F-9AF8-23FC36321F6C}"/>
              </a:ext>
            </a:extLst>
          </p:cNvPr>
          <p:cNvSpPr txBox="1">
            <a:spLocks/>
          </p:cNvSpPr>
          <p:nvPr userDrawn="1"/>
        </p:nvSpPr>
        <p:spPr>
          <a:xfrm>
            <a:off x="467958" y="1732229"/>
            <a:ext cx="8360769" cy="31184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200"/>
              </a:spcBef>
              <a:buClr>
                <a:schemeClr val="tx2"/>
              </a:buClr>
              <a:buFontTx/>
              <a:buNone/>
              <a:defRPr lang="en-US" sz="1600" kern="1200" dirty="0" smtClean="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1pPr>
            <a:lvl2pPr marL="400050" indent="-173038" algn="l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73088" indent="-173038" algn="l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SzPct val="80000"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41363" indent="-168275" algn="l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13921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403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49E3A12-2FA6-4642-8FAD-EE7A24205931}"/>
              </a:ext>
            </a:extLst>
          </p:cNvPr>
          <p:cNvSpPr/>
          <p:nvPr userDrawn="1"/>
        </p:nvSpPr>
        <p:spPr>
          <a:xfrm>
            <a:off x="0" y="0"/>
            <a:ext cx="2484408" cy="4514850"/>
          </a:xfrm>
          <a:prstGeom prst="rect">
            <a:avLst/>
          </a:prstGeom>
          <a:gradFill>
            <a:gsLst>
              <a:gs pos="0">
                <a:schemeClr val="accent3">
                  <a:lumMod val="90000"/>
                </a:schemeClr>
              </a:gs>
              <a:gs pos="97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58232"/>
                </a:solidFill>
                <a:highlight>
                  <a:srgbClr val="F58232"/>
                </a:highlight>
              </a:rPr>
              <a:t>   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87BEECF-E7AD-F74C-8EA7-B5C1A3AE53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209550"/>
            <a:ext cx="1911201" cy="43053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Table of Contents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C17A625-793B-ED44-8A0F-193A4AD33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986" y="895350"/>
            <a:ext cx="6133213" cy="3619501"/>
          </a:xfrm>
        </p:spPr>
        <p:txBody>
          <a:bodyPr>
            <a:noAutofit/>
          </a:bodyPr>
          <a:lstStyle>
            <a:lvl1pPr marL="169863" marR="0" indent="-1698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80000"/>
              <a:buFont typeface="+mj-lt"/>
              <a:buAutoNum type="arabicPeriod"/>
              <a:tabLst/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80000"/>
              <a:buFont typeface="+mj-lt"/>
              <a:buAutoNum type="arabicPeriod"/>
              <a:defRPr sz="1400" b="0" i="0">
                <a:solidFill>
                  <a:schemeClr val="bg1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  <a:defRPr sz="1200" b="0" i="0">
                <a:solidFill>
                  <a:schemeClr val="bg1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 sz="1100" b="0" i="0">
                <a:solidFill>
                  <a:schemeClr val="bg1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  <a:tabLst/>
              <a:defRPr sz="1000">
                <a:solidFill>
                  <a:schemeClr val="bg1"/>
                </a:solidFill>
                <a:latin typeface="+mn-lt"/>
              </a:defRPr>
            </a:lvl5pPr>
          </a:lstStyle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+mj-lt"/>
              <a:buAutoNum type="arabicPeriod"/>
              <a:tabLst/>
              <a:defRPr/>
            </a:pPr>
            <a:r>
              <a:rPr lang="en-US"/>
              <a:t>Click to edit Master text styles</a:t>
            </a:r>
          </a:p>
          <a:p>
            <a:pPr marL="169863" marR="0" lvl="1" indent="-1698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+mj-lt"/>
              <a:buAutoNum type="arabicPeriod"/>
              <a:tabLst/>
              <a:defRPr/>
            </a:pPr>
            <a:r>
              <a:rPr lang="en-US"/>
              <a:t>Second level</a:t>
            </a:r>
          </a:p>
          <a:p>
            <a:pPr marL="169863" marR="0" lvl="2" indent="-1698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+mj-lt"/>
              <a:buAutoNum type="arabicPeriod"/>
              <a:tabLst/>
              <a:defRPr/>
            </a:pPr>
            <a:r>
              <a:rPr lang="en-US"/>
              <a:t>Third level</a:t>
            </a:r>
          </a:p>
          <a:p>
            <a:pPr marL="169863" marR="0" lvl="3" indent="-1698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+mj-lt"/>
              <a:buAutoNum type="arabicPeriod"/>
              <a:tabLst/>
              <a:defRPr/>
            </a:pPr>
            <a:r>
              <a:rPr lang="en-US"/>
              <a:t>Fourth level</a:t>
            </a:r>
          </a:p>
          <a:p>
            <a:pPr marL="169863" marR="0" lvl="4" indent="-1698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+mj-lt"/>
              <a:buAutoNum type="arabicPeriod"/>
              <a:tabLst/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799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ngl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1741B3-0D26-1142-A81B-6916B72A8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123951"/>
            <a:ext cx="8496300" cy="33909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ED87D-9DE4-D54C-8533-C722C4A0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9550"/>
            <a:ext cx="8485827" cy="685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4706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ubl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5A036F-3F5B-3A45-A59A-EA3691CAB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123950"/>
            <a:ext cx="4083894" cy="33909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535C50E-4B3A-0240-8785-8BDE97A5CC4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717207" y="1123950"/>
            <a:ext cx="4118589" cy="33909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675EF-8D3B-9C40-B40C-4F767C94A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9550"/>
            <a:ext cx="8496300" cy="6894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7930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uble Co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64B148-1377-A041-BBE7-54E4B3557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123950"/>
            <a:ext cx="8498072" cy="3390900"/>
          </a:xfrm>
        </p:spPr>
        <p:txBody>
          <a:bodyPr numCol="2" spcCol="274320"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None/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Tx/>
              <a:buNone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Tx/>
              <a:buNone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Tx/>
              <a:buNone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D5BB1-764F-264D-B399-C4640119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5851"/>
            <a:ext cx="8498072" cy="689499"/>
          </a:xfrm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0479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Left -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1FB37D-E90A-504D-ACAF-4DAF92F2A92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13872" y="1123950"/>
            <a:ext cx="4114855" cy="33909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A964B392-C7A1-6D41-8DBA-E4CE23894FFB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42899" y="1123950"/>
            <a:ext cx="4080999" cy="3390900"/>
          </a:xfrm>
        </p:spPr>
        <p:txBody>
          <a:bodyPr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6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Click to icon to add image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5407A72-AABA-0743-A0F2-3DC2BCE7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9550"/>
            <a:ext cx="8485828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1888D32-3AE2-E744-A9A9-4CE5D111B74A}"/>
              </a:ext>
            </a:extLst>
          </p:cNvPr>
          <p:cNvSpPr txBox="1">
            <a:spLocks/>
          </p:cNvSpPr>
          <p:nvPr userDrawn="1"/>
        </p:nvSpPr>
        <p:spPr>
          <a:xfrm>
            <a:off x="467958" y="1732229"/>
            <a:ext cx="8360769" cy="31184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200"/>
              </a:spcBef>
              <a:buClr>
                <a:schemeClr val="tx2"/>
              </a:buClr>
              <a:buFontTx/>
              <a:buNone/>
              <a:defRPr lang="en-US" sz="1600" kern="1200" dirty="0" smtClean="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1pPr>
            <a:lvl2pPr marL="400050" indent="-173038" algn="l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73088" indent="-173038" algn="l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SzPct val="80000"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41363" indent="-168275" algn="l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732052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Left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17FCAC71-FFC0-9C4C-A738-80F22B60B875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4714685" y="1123950"/>
            <a:ext cx="4124515" cy="3390900"/>
          </a:xfrm>
        </p:spPr>
        <p:txBody>
          <a:bodyPr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6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Click to icon to add image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33CAF7B-E471-CA40-AC73-981382679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9550"/>
            <a:ext cx="849630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67C9D0-B8F7-794F-ACF6-E4C8966FCBC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42900" y="1123950"/>
            <a:ext cx="4086416" cy="33909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01362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1FB37D-E90A-504D-ACAF-4DAF92F2A92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42258" y="1123950"/>
            <a:ext cx="2565810" cy="33909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5407A72-AABA-0743-A0F2-3DC2BCE7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1" y="209551"/>
            <a:ext cx="8480385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C6B552-1DCF-F04D-A345-4019D3F1FB4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62916" y="1123950"/>
            <a:ext cx="2576283" cy="33909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907FEB4-40DB-B44A-BE18-9F486C10D7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8342" y="1123950"/>
            <a:ext cx="2565810" cy="3390900"/>
          </a:xfrm>
        </p:spPr>
        <p:txBody>
          <a:bodyPr>
            <a:noAutofit/>
          </a:bodyPr>
          <a:lstStyle>
            <a:lvl1pPr marL="169863" indent="-169863">
              <a:spcBef>
                <a:spcPts val="600"/>
              </a:spcBef>
              <a:spcAft>
                <a:spcPts val="0"/>
              </a:spcAft>
              <a:buSzPct val="80000"/>
              <a:buFontTx/>
              <a:buBlip>
                <a:blip r:embed="rId2"/>
              </a:buBlip>
              <a:defRPr sz="16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4488" indent="-174625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  <a:defRPr sz="14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2pPr>
            <a:lvl3pPr marL="514350" indent="-169863">
              <a:spcBef>
                <a:spcPts val="600"/>
              </a:spcBef>
              <a:spcAft>
                <a:spcPts val="0"/>
              </a:spcAft>
              <a:defRPr sz="12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3pPr>
            <a:lvl4pPr marL="687388" marR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Tx/>
              <a:buFont typeface="Arial" pitchFamily="34" charset="0"/>
              <a:buChar char="–"/>
              <a:tabLst/>
              <a:defRPr sz="1100" b="0" i="0">
                <a:solidFill>
                  <a:schemeClr val="accent2"/>
                </a:solidFill>
                <a:latin typeface="Gill Sans MT" panose="020B0502020104020203" pitchFamily="34" charset="77"/>
              </a:defRPr>
            </a:lvl4pPr>
            <a:lvl5pPr marL="862013" indent="-174625">
              <a:spcBef>
                <a:spcPts val="60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»"/>
              <a:tabLst/>
              <a:defRPr sz="10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1468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87BEECF-E7AD-F74C-8EA7-B5C1A3AE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9550"/>
            <a:ext cx="849630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1999BA2-76AB-164F-9AF8-23FC36321F6C}"/>
              </a:ext>
            </a:extLst>
          </p:cNvPr>
          <p:cNvSpPr txBox="1">
            <a:spLocks/>
          </p:cNvSpPr>
          <p:nvPr userDrawn="1"/>
        </p:nvSpPr>
        <p:spPr>
          <a:xfrm>
            <a:off x="467958" y="1732229"/>
            <a:ext cx="8360769" cy="31184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200"/>
              </a:spcBef>
              <a:buClr>
                <a:schemeClr val="tx2"/>
              </a:buClr>
              <a:buFontTx/>
              <a:buNone/>
              <a:defRPr lang="en-US" sz="1600" kern="1200" dirty="0" smtClean="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1pPr>
            <a:lvl2pPr marL="400050" indent="-173038" algn="l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73088" indent="-173038" algn="l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SzPct val="80000"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41363" indent="-168275" algn="l" defTabSz="9144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2323387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356547" y="823279"/>
            <a:ext cx="5178294" cy="174847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tx2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#1 </a:t>
            </a:r>
            <a:br>
              <a:rPr lang="en-US" dirty="0"/>
            </a:br>
            <a:r>
              <a:rPr lang="en-US" dirty="0"/>
              <a:t>Gill Sans MT Regular</a:t>
            </a:r>
            <a:br>
              <a:rPr lang="en-US" dirty="0"/>
            </a:br>
            <a:r>
              <a:rPr lang="en-US" dirty="0"/>
              <a:t>42 Pt Blue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2C99FB3D-ACEA-0541-90EC-C6E0270A29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6547" y="2587204"/>
            <a:ext cx="4215453" cy="41248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 </a:t>
            </a:r>
            <a:br>
              <a:rPr lang="en-US" dirty="0"/>
            </a:br>
            <a:r>
              <a:rPr lang="en-US" dirty="0"/>
              <a:t>Gill Sans MT Regular 12 Pt Gray</a:t>
            </a:r>
          </a:p>
        </p:txBody>
      </p:sp>
    </p:spTree>
    <p:extLst>
      <p:ext uri="{BB962C8B-B14F-4D97-AF65-F5344CB8AC3E}">
        <p14:creationId xmlns:p14="http://schemas.microsoft.com/office/powerpoint/2010/main" val="1594451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49167-983B-B749-8D72-5F16B835D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" b="1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6D93D88-F079-D140-A949-D2F614C8B127}"/>
              </a:ext>
            </a:extLst>
          </p:cNvPr>
          <p:cNvGrpSpPr/>
          <p:nvPr userDrawn="1"/>
        </p:nvGrpSpPr>
        <p:grpSpPr>
          <a:xfrm>
            <a:off x="356547" y="4511539"/>
            <a:ext cx="697421" cy="226502"/>
            <a:chOff x="3793624" y="2323129"/>
            <a:chExt cx="1730376" cy="561975"/>
          </a:xfrm>
          <a:solidFill>
            <a:schemeClr val="accent2"/>
          </a:solidFill>
        </p:grpSpPr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3802ED57-3A71-CB49-A039-914DA688A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23342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A818D95-A01E-F142-9885-EFD83CC27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2334241"/>
              <a:ext cx="234950" cy="549275"/>
            </a:xfrm>
            <a:custGeom>
              <a:avLst/>
              <a:gdLst>
                <a:gd name="T0" fmla="*/ 148 w 148"/>
                <a:gd name="T1" fmla="*/ 0 h 346"/>
                <a:gd name="T2" fmla="*/ 73 w 148"/>
                <a:gd name="T3" fmla="*/ 0 h 346"/>
                <a:gd name="T4" fmla="*/ 0 w 148"/>
                <a:gd name="T5" fmla="*/ 346 h 346"/>
                <a:gd name="T6" fmla="*/ 76 w 148"/>
                <a:gd name="T7" fmla="*/ 346 h 346"/>
                <a:gd name="T8" fmla="*/ 148 w 148"/>
                <a:gd name="T9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6">
                  <a:moveTo>
                    <a:pt x="148" y="0"/>
                  </a:moveTo>
                  <a:lnTo>
                    <a:pt x="73" y="0"/>
                  </a:lnTo>
                  <a:lnTo>
                    <a:pt x="0" y="346"/>
                  </a:lnTo>
                  <a:lnTo>
                    <a:pt x="76" y="346"/>
                  </a:lnTo>
                  <a:lnTo>
                    <a:pt x="1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AC5EBE70-323D-2A48-B80F-0C9518FB1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2334241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A626C0A5-D4DC-5A49-8AD9-516A7A16D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23231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5AA88954-F02B-F443-B75A-DAC9A964F4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28168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6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36CC9D84-A4D1-2D47-8D15-E7F354BD9A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2797791"/>
              <a:ext cx="87313" cy="87313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A14FFC6-A2BE-F542-B02B-FDA2FB9E87ED}"/>
              </a:ext>
            </a:extLst>
          </p:cNvPr>
          <p:cNvGrpSpPr/>
          <p:nvPr userDrawn="1"/>
        </p:nvGrpSpPr>
        <p:grpSpPr>
          <a:xfrm rot="10800000" flipH="1" flipV="1">
            <a:off x="4629725" y="2210232"/>
            <a:ext cx="4513998" cy="2706878"/>
            <a:chOff x="3761291" y="1582184"/>
            <a:chExt cx="4513998" cy="2706878"/>
          </a:xfrm>
        </p:grpSpPr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992EF59E-5715-EB49-8451-4DC91F931178}"/>
                </a:ext>
              </a:extLst>
            </p:cNvPr>
            <p:cNvSpPr/>
            <p:nvPr userDrawn="1"/>
          </p:nvSpPr>
          <p:spPr>
            <a:xfrm flipH="1">
              <a:off x="4663580" y="1582185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9478A436-F9D5-4A4C-852F-C73187074526}"/>
                </a:ext>
              </a:extLst>
            </p:cNvPr>
            <p:cNvSpPr/>
            <p:nvPr userDrawn="1"/>
          </p:nvSpPr>
          <p:spPr>
            <a:xfrm rot="16200000" flipH="1">
              <a:off x="3761290" y="1582185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3F8628F6-F9C6-0043-9388-33F0750D390B}"/>
                </a:ext>
              </a:extLst>
            </p:cNvPr>
            <p:cNvSpPr/>
            <p:nvPr userDrawn="1"/>
          </p:nvSpPr>
          <p:spPr>
            <a:xfrm rot="10800000" flipH="1">
              <a:off x="5568425" y="3386771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9E7E2BAC-4711-9741-9C42-547CE5DBB5A9}"/>
                </a:ext>
              </a:extLst>
            </p:cNvPr>
            <p:cNvSpPr/>
            <p:nvPr userDrawn="1"/>
          </p:nvSpPr>
          <p:spPr>
            <a:xfrm rot="5400000" flipH="1">
              <a:off x="6470716" y="3386771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EAAA197-E246-074E-9BA1-5F3520A02C8F}"/>
                </a:ext>
              </a:extLst>
            </p:cNvPr>
            <p:cNvSpPr/>
            <p:nvPr userDrawn="1"/>
          </p:nvSpPr>
          <p:spPr>
            <a:xfrm flipH="1">
              <a:off x="7372999" y="2484479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BC7909F9-E42E-3544-B54E-1122ABA8A7D3}"/>
                </a:ext>
              </a:extLst>
            </p:cNvPr>
            <p:cNvSpPr/>
            <p:nvPr userDrawn="1"/>
          </p:nvSpPr>
          <p:spPr>
            <a:xfrm rot="16200000" flipH="1">
              <a:off x="6470709" y="2484480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40191F14-D1DC-4C41-BACD-23CA768453BA}"/>
                </a:ext>
              </a:extLst>
            </p:cNvPr>
            <p:cNvSpPr/>
            <p:nvPr userDrawn="1"/>
          </p:nvSpPr>
          <p:spPr>
            <a:xfrm rot="10800000" flipH="1">
              <a:off x="4663576" y="2484479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itle 1">
            <a:extLst>
              <a:ext uri="{FF2B5EF4-FFF2-40B4-BE49-F238E27FC236}">
                <a16:creationId xmlns:a16="http://schemas.microsoft.com/office/drawing/2014/main" id="{D219AF14-407D-EB49-AEEE-27E1AA73FBB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547" y="823279"/>
            <a:ext cx="5178294" cy="174847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tx2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#2 </a:t>
            </a:r>
            <a:br>
              <a:rPr lang="en-US" dirty="0"/>
            </a:br>
            <a:r>
              <a:rPr lang="en-US" dirty="0"/>
              <a:t>Gill Sans MT Regular</a:t>
            </a:r>
            <a:br>
              <a:rPr lang="en-US" dirty="0"/>
            </a:br>
            <a:r>
              <a:rPr lang="en-US" dirty="0"/>
              <a:t>42 Pt Blue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C43AD3C7-EFB7-B241-8C60-5A95B5C9D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6547" y="2587204"/>
            <a:ext cx="4215453" cy="41248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 </a:t>
            </a:r>
            <a:br>
              <a:rPr lang="en-US" dirty="0"/>
            </a:br>
            <a:r>
              <a:rPr lang="en-US" dirty="0"/>
              <a:t>Gill Sans MT Regular 12 Pt Gray</a:t>
            </a:r>
          </a:p>
        </p:txBody>
      </p:sp>
    </p:spTree>
    <p:extLst>
      <p:ext uri="{BB962C8B-B14F-4D97-AF65-F5344CB8AC3E}">
        <p14:creationId xmlns:p14="http://schemas.microsoft.com/office/powerpoint/2010/main" val="23591840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49167-983B-B749-8D72-5F16B835D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" b="1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77649555-DF84-5041-834C-4AE093AC9BC0}"/>
              </a:ext>
            </a:extLst>
          </p:cNvPr>
          <p:cNvGrpSpPr/>
          <p:nvPr userDrawn="1"/>
        </p:nvGrpSpPr>
        <p:grpSpPr>
          <a:xfrm>
            <a:off x="356547" y="4511539"/>
            <a:ext cx="697421" cy="226502"/>
            <a:chOff x="3793624" y="2323129"/>
            <a:chExt cx="1730376" cy="561975"/>
          </a:xfrm>
          <a:solidFill>
            <a:schemeClr val="accent2"/>
          </a:solidFill>
        </p:grpSpPr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680D2351-AC9D-A346-86DE-DFE91B684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23342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BC53B363-3BDD-3F4C-B656-885006265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2334241"/>
              <a:ext cx="234950" cy="549275"/>
            </a:xfrm>
            <a:custGeom>
              <a:avLst/>
              <a:gdLst>
                <a:gd name="T0" fmla="*/ 148 w 148"/>
                <a:gd name="T1" fmla="*/ 0 h 346"/>
                <a:gd name="T2" fmla="*/ 73 w 148"/>
                <a:gd name="T3" fmla="*/ 0 h 346"/>
                <a:gd name="T4" fmla="*/ 0 w 148"/>
                <a:gd name="T5" fmla="*/ 346 h 346"/>
                <a:gd name="T6" fmla="*/ 76 w 148"/>
                <a:gd name="T7" fmla="*/ 346 h 346"/>
                <a:gd name="T8" fmla="*/ 148 w 148"/>
                <a:gd name="T9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6">
                  <a:moveTo>
                    <a:pt x="148" y="0"/>
                  </a:moveTo>
                  <a:lnTo>
                    <a:pt x="73" y="0"/>
                  </a:lnTo>
                  <a:lnTo>
                    <a:pt x="0" y="346"/>
                  </a:lnTo>
                  <a:lnTo>
                    <a:pt x="76" y="346"/>
                  </a:lnTo>
                  <a:lnTo>
                    <a:pt x="1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789FAB83-6D77-7D4D-A1A0-026051324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2334241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9FFEDA02-C0B7-1D47-8B9C-7F1048EA7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23231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F62F2C52-5EF4-DE4C-9CA6-C5527BB285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28168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6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32946098-7406-AF4C-9076-54E017CF55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2797791"/>
              <a:ext cx="87313" cy="87313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43290A9-29D3-574D-A5F0-B4572B60D8F6}"/>
              </a:ext>
            </a:extLst>
          </p:cNvPr>
          <p:cNvGrpSpPr/>
          <p:nvPr userDrawn="1"/>
        </p:nvGrpSpPr>
        <p:grpSpPr>
          <a:xfrm flipV="1">
            <a:off x="4630003" y="457200"/>
            <a:ext cx="4513998" cy="2706878"/>
            <a:chOff x="3761291" y="1582184"/>
            <a:chExt cx="4513998" cy="2706878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04CF0DB-8BE5-F24B-B215-05D6D43929CD}"/>
                </a:ext>
              </a:extLst>
            </p:cNvPr>
            <p:cNvSpPr/>
            <p:nvPr userDrawn="1"/>
          </p:nvSpPr>
          <p:spPr>
            <a:xfrm flipH="1">
              <a:off x="4663580" y="1582185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5A5CF82-249A-9C4F-97E5-24917C6A47B7}"/>
                </a:ext>
              </a:extLst>
            </p:cNvPr>
            <p:cNvSpPr/>
            <p:nvPr userDrawn="1"/>
          </p:nvSpPr>
          <p:spPr>
            <a:xfrm rot="16200000" flipH="1">
              <a:off x="3761290" y="1582185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75FE7B8-615F-8347-A8CE-A749A5D1D006}"/>
                </a:ext>
              </a:extLst>
            </p:cNvPr>
            <p:cNvSpPr/>
            <p:nvPr userDrawn="1"/>
          </p:nvSpPr>
          <p:spPr>
            <a:xfrm rot="10800000" flipH="1">
              <a:off x="5568425" y="3386771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0FAE2FF-33C7-744E-B19B-38EF3C7AC78C}"/>
                </a:ext>
              </a:extLst>
            </p:cNvPr>
            <p:cNvSpPr/>
            <p:nvPr userDrawn="1"/>
          </p:nvSpPr>
          <p:spPr>
            <a:xfrm rot="5400000" flipH="1">
              <a:off x="6470716" y="3386771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CD2B04C-F2D8-764E-AE6D-B87663A6B2FC}"/>
                </a:ext>
              </a:extLst>
            </p:cNvPr>
            <p:cNvSpPr/>
            <p:nvPr userDrawn="1"/>
          </p:nvSpPr>
          <p:spPr>
            <a:xfrm flipH="1">
              <a:off x="7372999" y="2484479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E747225-FF81-BF4C-9E3D-2B9D65875D32}"/>
                </a:ext>
              </a:extLst>
            </p:cNvPr>
            <p:cNvSpPr/>
            <p:nvPr userDrawn="1"/>
          </p:nvSpPr>
          <p:spPr>
            <a:xfrm rot="16200000" flipH="1">
              <a:off x="6470709" y="2484480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A88C810-A1D9-F442-881A-896622525601}"/>
                </a:ext>
              </a:extLst>
            </p:cNvPr>
            <p:cNvSpPr/>
            <p:nvPr userDrawn="1"/>
          </p:nvSpPr>
          <p:spPr>
            <a:xfrm rot="10800000" flipH="1">
              <a:off x="4663576" y="2484479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F34395FE-4D61-774F-926C-16807585C4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547" y="823279"/>
            <a:ext cx="5178294" cy="174847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tx2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#3 </a:t>
            </a:r>
            <a:br>
              <a:rPr lang="en-US" dirty="0"/>
            </a:br>
            <a:r>
              <a:rPr lang="en-US" dirty="0"/>
              <a:t>Gill Sans MT Regular</a:t>
            </a:r>
            <a:br>
              <a:rPr lang="en-US" dirty="0"/>
            </a:br>
            <a:r>
              <a:rPr lang="en-US" dirty="0"/>
              <a:t>42 Pt Blue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AFE0ABF-6D88-D247-97DB-6FBC497972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6547" y="2587204"/>
            <a:ext cx="4215453" cy="41248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 </a:t>
            </a:r>
            <a:br>
              <a:rPr lang="en-US" dirty="0"/>
            </a:br>
            <a:r>
              <a:rPr lang="en-US" dirty="0"/>
              <a:t>Gill Sans MT Regular 12 Pt Gray</a:t>
            </a:r>
          </a:p>
        </p:txBody>
      </p:sp>
    </p:spTree>
    <p:extLst>
      <p:ext uri="{BB962C8B-B14F-4D97-AF65-F5344CB8AC3E}">
        <p14:creationId xmlns:p14="http://schemas.microsoft.com/office/powerpoint/2010/main" val="3926942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E456FA4-8678-134C-AADB-21037B6F0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" b="15"/>
          <a:stretch/>
        </p:blipFill>
        <p:spPr>
          <a:xfrm>
            <a:off x="-4751" y="8021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0ED3DA4-27D9-9542-8679-A80CAC086218}"/>
              </a:ext>
            </a:extLst>
          </p:cNvPr>
          <p:cNvGrpSpPr/>
          <p:nvPr userDrawn="1"/>
        </p:nvGrpSpPr>
        <p:grpSpPr>
          <a:xfrm>
            <a:off x="364567" y="4515791"/>
            <a:ext cx="686268" cy="222250"/>
            <a:chOff x="3793624" y="3656629"/>
            <a:chExt cx="1730376" cy="560388"/>
          </a:xfrm>
        </p:grpSpPr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75BAA895-63E5-8341-94E2-672BEDA6F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36677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0717227C-6A2D-B447-891F-A0209FFE3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3666154"/>
              <a:ext cx="234950" cy="550863"/>
            </a:xfrm>
            <a:custGeom>
              <a:avLst/>
              <a:gdLst>
                <a:gd name="T0" fmla="*/ 148 w 148"/>
                <a:gd name="T1" fmla="*/ 0 h 347"/>
                <a:gd name="T2" fmla="*/ 73 w 148"/>
                <a:gd name="T3" fmla="*/ 0 h 347"/>
                <a:gd name="T4" fmla="*/ 0 w 148"/>
                <a:gd name="T5" fmla="*/ 347 h 347"/>
                <a:gd name="T6" fmla="*/ 76 w 148"/>
                <a:gd name="T7" fmla="*/ 347 h 347"/>
                <a:gd name="T8" fmla="*/ 148 w 148"/>
                <a:gd name="T9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7">
                  <a:moveTo>
                    <a:pt x="148" y="0"/>
                  </a:moveTo>
                  <a:lnTo>
                    <a:pt x="73" y="0"/>
                  </a:lnTo>
                  <a:lnTo>
                    <a:pt x="0" y="347"/>
                  </a:lnTo>
                  <a:lnTo>
                    <a:pt x="76" y="34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936CC5C8-37EF-6F4D-B247-893824B58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3666154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C1BDB24A-E558-6249-B8D1-CCDE3D1BD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36566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id="{07DDB559-2E2B-5644-A077-2D1A621E33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41503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5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DBF505CC-B3EA-C948-8BC3-F33D0C693F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4131291"/>
              <a:ext cx="87313" cy="85725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32E0D59-2018-A84A-99E8-AB52BA3CC7C2}"/>
              </a:ext>
            </a:extLst>
          </p:cNvPr>
          <p:cNvGrpSpPr/>
          <p:nvPr userDrawn="1"/>
        </p:nvGrpSpPr>
        <p:grpSpPr>
          <a:xfrm>
            <a:off x="356547" y="4511539"/>
            <a:ext cx="697421" cy="226502"/>
            <a:chOff x="3793624" y="2323129"/>
            <a:chExt cx="1730376" cy="561975"/>
          </a:xfrm>
          <a:solidFill>
            <a:schemeClr val="accent2"/>
          </a:solidFill>
        </p:grpSpPr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227A2E32-5172-D34D-9CBE-BCF4752DA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23342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CF1810F-553F-F544-9B69-2A7E426F9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2334241"/>
              <a:ext cx="234950" cy="549275"/>
            </a:xfrm>
            <a:custGeom>
              <a:avLst/>
              <a:gdLst>
                <a:gd name="T0" fmla="*/ 148 w 148"/>
                <a:gd name="T1" fmla="*/ 0 h 346"/>
                <a:gd name="T2" fmla="*/ 73 w 148"/>
                <a:gd name="T3" fmla="*/ 0 h 346"/>
                <a:gd name="T4" fmla="*/ 0 w 148"/>
                <a:gd name="T5" fmla="*/ 346 h 346"/>
                <a:gd name="T6" fmla="*/ 76 w 148"/>
                <a:gd name="T7" fmla="*/ 346 h 346"/>
                <a:gd name="T8" fmla="*/ 148 w 148"/>
                <a:gd name="T9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6">
                  <a:moveTo>
                    <a:pt x="148" y="0"/>
                  </a:moveTo>
                  <a:lnTo>
                    <a:pt x="73" y="0"/>
                  </a:lnTo>
                  <a:lnTo>
                    <a:pt x="0" y="346"/>
                  </a:lnTo>
                  <a:lnTo>
                    <a:pt x="76" y="346"/>
                  </a:lnTo>
                  <a:lnTo>
                    <a:pt x="1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B40C59E4-4133-5F41-A764-1C8AE9CC2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2334241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9A84DD2D-2970-094E-8529-D44520289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23231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5C8E2103-77AB-E84F-B76F-C9BE5F08E8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28168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6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1F88A928-22D0-554F-80B7-3A6F7A9397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2797791"/>
              <a:ext cx="87313" cy="87313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445EC217-98ED-4A47-8799-7C4DD338AB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547" y="823279"/>
            <a:ext cx="5178294" cy="174847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tx2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#4 </a:t>
            </a:r>
            <a:br>
              <a:rPr lang="en-US" dirty="0"/>
            </a:br>
            <a:r>
              <a:rPr lang="en-US" dirty="0"/>
              <a:t>Gill Sans MT Regular</a:t>
            </a:r>
            <a:br>
              <a:rPr lang="en-US" dirty="0"/>
            </a:br>
            <a:r>
              <a:rPr lang="en-US" dirty="0"/>
              <a:t>42 Pt Blue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612B482E-2A00-3E47-9BB8-67E6F5E813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6547" y="2587204"/>
            <a:ext cx="4215453" cy="41248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 </a:t>
            </a:r>
            <a:br>
              <a:rPr lang="en-US" dirty="0"/>
            </a:br>
            <a:r>
              <a:rPr lang="en-US" dirty="0"/>
              <a:t>Gill Sans MT Regular 12 Pt Gray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B0C6F90-1E17-5C4C-8113-1E16B9F2C1D2}"/>
              </a:ext>
            </a:extLst>
          </p:cNvPr>
          <p:cNvGrpSpPr/>
          <p:nvPr userDrawn="1"/>
        </p:nvGrpSpPr>
        <p:grpSpPr>
          <a:xfrm flipH="1">
            <a:off x="5534845" y="3056717"/>
            <a:ext cx="3609152" cy="1804587"/>
            <a:chOff x="1514745" y="4504958"/>
            <a:chExt cx="691594" cy="345799"/>
          </a:xfrm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82BA5EDF-DAE7-2141-81D8-8DD1E77987E4}"/>
                </a:ext>
              </a:extLst>
            </p:cNvPr>
            <p:cNvSpPr/>
            <p:nvPr userDrawn="1"/>
          </p:nvSpPr>
          <p:spPr>
            <a:xfrm>
              <a:off x="1687643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9BB27831-314E-7549-AAF7-412AAF863C51}"/>
                </a:ext>
              </a:extLst>
            </p:cNvPr>
            <p:cNvSpPr/>
            <p:nvPr userDrawn="1"/>
          </p:nvSpPr>
          <p:spPr>
            <a:xfrm rot="5400000">
              <a:off x="1860542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5D9567E6-31A5-AD4F-86D2-099CC92238B2}"/>
                </a:ext>
              </a:extLst>
            </p:cNvPr>
            <p:cNvSpPr/>
            <p:nvPr userDrawn="1"/>
          </p:nvSpPr>
          <p:spPr>
            <a:xfrm rot="10800000">
              <a:off x="1687644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7700EA27-5C55-1944-8FCC-5C9F46A3665C}"/>
                </a:ext>
              </a:extLst>
            </p:cNvPr>
            <p:cNvSpPr/>
            <p:nvPr userDrawn="1"/>
          </p:nvSpPr>
          <p:spPr>
            <a:xfrm rot="16200000">
              <a:off x="1514745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4350768-7CC4-944A-9131-C54915EEE99C}"/>
                </a:ext>
              </a:extLst>
            </p:cNvPr>
            <p:cNvSpPr/>
            <p:nvPr userDrawn="1"/>
          </p:nvSpPr>
          <p:spPr>
            <a:xfrm rot="5400000">
              <a:off x="1514745" y="4504959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FE1AF52-FB0E-C246-9D80-A5FECEDDCF50}"/>
                </a:ext>
              </a:extLst>
            </p:cNvPr>
            <p:cNvSpPr/>
            <p:nvPr userDrawn="1"/>
          </p:nvSpPr>
          <p:spPr>
            <a:xfrm rot="5400000">
              <a:off x="2033440" y="46778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3561863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49167-983B-B749-8D72-5F16B835D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" b="15"/>
          <a:stretch/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89ECF0E-15C0-C446-AF3F-DB6F4C1F5333}"/>
              </a:ext>
            </a:extLst>
          </p:cNvPr>
          <p:cNvGrpSpPr/>
          <p:nvPr userDrawn="1"/>
        </p:nvGrpSpPr>
        <p:grpSpPr>
          <a:xfrm>
            <a:off x="356547" y="4511539"/>
            <a:ext cx="697421" cy="226502"/>
            <a:chOff x="3793624" y="2323129"/>
            <a:chExt cx="1730376" cy="561975"/>
          </a:xfrm>
          <a:solidFill>
            <a:schemeClr val="accent2"/>
          </a:solidFill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DCFAE64F-C59C-8C45-85A1-8381A1F57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23342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4C832898-2228-BE42-AAE9-89ECC82D6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2334241"/>
              <a:ext cx="234950" cy="549275"/>
            </a:xfrm>
            <a:custGeom>
              <a:avLst/>
              <a:gdLst>
                <a:gd name="T0" fmla="*/ 148 w 148"/>
                <a:gd name="T1" fmla="*/ 0 h 346"/>
                <a:gd name="T2" fmla="*/ 73 w 148"/>
                <a:gd name="T3" fmla="*/ 0 h 346"/>
                <a:gd name="T4" fmla="*/ 0 w 148"/>
                <a:gd name="T5" fmla="*/ 346 h 346"/>
                <a:gd name="T6" fmla="*/ 76 w 148"/>
                <a:gd name="T7" fmla="*/ 346 h 346"/>
                <a:gd name="T8" fmla="*/ 148 w 148"/>
                <a:gd name="T9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6">
                  <a:moveTo>
                    <a:pt x="148" y="0"/>
                  </a:moveTo>
                  <a:lnTo>
                    <a:pt x="73" y="0"/>
                  </a:lnTo>
                  <a:lnTo>
                    <a:pt x="0" y="346"/>
                  </a:lnTo>
                  <a:lnTo>
                    <a:pt x="76" y="346"/>
                  </a:lnTo>
                  <a:lnTo>
                    <a:pt x="1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1E47DEAF-86CE-AE42-AF8A-84C28CE9A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2334241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3834A2A-4C84-BF4B-8C28-A3CA92680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23231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88E01547-6AC2-2E4B-A9FD-1F5B5F88B9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28168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6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47763852-F5AF-B946-ACEA-82968EBF06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2797791"/>
              <a:ext cx="87313" cy="87313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A43B9F1-721D-6242-9EF9-BA3BD15E8B8D}"/>
              </a:ext>
            </a:extLst>
          </p:cNvPr>
          <p:cNvGrpSpPr/>
          <p:nvPr userDrawn="1"/>
        </p:nvGrpSpPr>
        <p:grpSpPr>
          <a:xfrm flipH="1">
            <a:off x="6427304" y="153110"/>
            <a:ext cx="2706866" cy="1804581"/>
            <a:chOff x="1514745" y="4504958"/>
            <a:chExt cx="518696" cy="345798"/>
          </a:xfrm>
        </p:grpSpPr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00EF2FB-1530-3549-AC50-9A2AC29C44C7}"/>
                </a:ext>
              </a:extLst>
            </p:cNvPr>
            <p:cNvSpPr/>
            <p:nvPr userDrawn="1"/>
          </p:nvSpPr>
          <p:spPr>
            <a:xfrm>
              <a:off x="1687643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7243570-1E27-BD4B-B424-70516C0F126C}"/>
                </a:ext>
              </a:extLst>
            </p:cNvPr>
            <p:cNvSpPr/>
            <p:nvPr userDrawn="1"/>
          </p:nvSpPr>
          <p:spPr>
            <a:xfrm rot="5400000">
              <a:off x="1860542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C3001754-28D7-B444-BD94-F670080FDAC3}"/>
                </a:ext>
              </a:extLst>
            </p:cNvPr>
            <p:cNvSpPr/>
            <p:nvPr userDrawn="1"/>
          </p:nvSpPr>
          <p:spPr>
            <a:xfrm rot="10800000">
              <a:off x="1687644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B664FE1-21B1-F44A-8D3D-60F805E9E596}"/>
                </a:ext>
              </a:extLst>
            </p:cNvPr>
            <p:cNvSpPr/>
            <p:nvPr userDrawn="1"/>
          </p:nvSpPr>
          <p:spPr>
            <a:xfrm rot="16200000">
              <a:off x="1514745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rgbClr val="64696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9B4A0BF-861A-5243-B221-6BFAB0CDABB6}"/>
                </a:ext>
              </a:extLst>
            </p:cNvPr>
            <p:cNvSpPr/>
            <p:nvPr userDrawn="1"/>
          </p:nvSpPr>
          <p:spPr>
            <a:xfrm rot="5400000">
              <a:off x="1514745" y="4504959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5AB3775F-FF19-0540-A1C6-7162AA3013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547" y="823279"/>
            <a:ext cx="5178294" cy="174847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tx2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#5 </a:t>
            </a:r>
            <a:br>
              <a:rPr lang="en-US" dirty="0"/>
            </a:br>
            <a:r>
              <a:rPr lang="en-US" dirty="0"/>
              <a:t>Gill Sans MT Regular</a:t>
            </a:r>
            <a:br>
              <a:rPr lang="en-US" dirty="0"/>
            </a:br>
            <a:r>
              <a:rPr lang="en-US" dirty="0"/>
              <a:t>42 Pt Blue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BA00CE9-8BEE-1941-8255-86BEB086B8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6547" y="2587204"/>
            <a:ext cx="4215453" cy="41248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 </a:t>
            </a:r>
            <a:br>
              <a:rPr lang="en-US" dirty="0"/>
            </a:br>
            <a:r>
              <a:rPr lang="en-US" dirty="0"/>
              <a:t>Gill Sans MT Regular 12 Pt Gray</a:t>
            </a:r>
          </a:p>
        </p:txBody>
      </p:sp>
    </p:spTree>
    <p:extLst>
      <p:ext uri="{BB962C8B-B14F-4D97-AF65-F5344CB8AC3E}">
        <p14:creationId xmlns:p14="http://schemas.microsoft.com/office/powerpoint/2010/main" val="1820944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49167-983B-B749-8D72-5F16B835D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" b="1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5A949D4-1887-5941-862E-071F8F89077D}"/>
              </a:ext>
            </a:extLst>
          </p:cNvPr>
          <p:cNvGrpSpPr/>
          <p:nvPr userDrawn="1"/>
        </p:nvGrpSpPr>
        <p:grpSpPr>
          <a:xfrm>
            <a:off x="356547" y="4511539"/>
            <a:ext cx="697421" cy="226502"/>
            <a:chOff x="3793624" y="2323129"/>
            <a:chExt cx="1730376" cy="561975"/>
          </a:xfrm>
          <a:solidFill>
            <a:schemeClr val="accent2"/>
          </a:solidFill>
        </p:grpSpPr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281BFE1-01B5-ED44-BB30-5663F9449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23342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A3A04A45-2F9C-5B41-9DF3-FCB83A523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2334241"/>
              <a:ext cx="234950" cy="549275"/>
            </a:xfrm>
            <a:custGeom>
              <a:avLst/>
              <a:gdLst>
                <a:gd name="T0" fmla="*/ 148 w 148"/>
                <a:gd name="T1" fmla="*/ 0 h 346"/>
                <a:gd name="T2" fmla="*/ 73 w 148"/>
                <a:gd name="T3" fmla="*/ 0 h 346"/>
                <a:gd name="T4" fmla="*/ 0 w 148"/>
                <a:gd name="T5" fmla="*/ 346 h 346"/>
                <a:gd name="T6" fmla="*/ 76 w 148"/>
                <a:gd name="T7" fmla="*/ 346 h 346"/>
                <a:gd name="T8" fmla="*/ 148 w 148"/>
                <a:gd name="T9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6">
                  <a:moveTo>
                    <a:pt x="148" y="0"/>
                  </a:moveTo>
                  <a:lnTo>
                    <a:pt x="73" y="0"/>
                  </a:lnTo>
                  <a:lnTo>
                    <a:pt x="0" y="346"/>
                  </a:lnTo>
                  <a:lnTo>
                    <a:pt x="76" y="346"/>
                  </a:lnTo>
                  <a:lnTo>
                    <a:pt x="1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3DAFD1C3-1D03-5440-A88C-0AD61527E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2334241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F7B1222C-F541-C844-B29D-E9CC48C35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23231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3E4984E7-02CA-294B-8F99-EA98C572BF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28168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6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BF88D68D-5033-EE4F-AC2C-8A6826C4E7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2797791"/>
              <a:ext cx="87313" cy="87313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3A897DEA-A51C-7743-ADAD-EA3218BE2C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547" y="823279"/>
            <a:ext cx="5178294" cy="174847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tx2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#6 </a:t>
            </a:r>
            <a:br>
              <a:rPr lang="en-US" dirty="0"/>
            </a:br>
            <a:r>
              <a:rPr lang="en-US" dirty="0"/>
              <a:t>Gill Sans MT Regular</a:t>
            </a:r>
            <a:br>
              <a:rPr lang="en-US" dirty="0"/>
            </a:br>
            <a:r>
              <a:rPr lang="en-US" dirty="0"/>
              <a:t>42 Pt Blue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85739D5-A1BC-F747-A4DE-E94F2F8925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6547" y="2587204"/>
            <a:ext cx="4215453" cy="41248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 </a:t>
            </a:r>
            <a:br>
              <a:rPr lang="en-US" dirty="0"/>
            </a:br>
            <a:r>
              <a:rPr lang="en-US" dirty="0"/>
              <a:t>Gill Sans MT Regular 12 Pt Gray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16879E-B56A-6C4E-B043-8D4C7F478E76}"/>
              </a:ext>
            </a:extLst>
          </p:cNvPr>
          <p:cNvGrpSpPr/>
          <p:nvPr userDrawn="1"/>
        </p:nvGrpSpPr>
        <p:grpSpPr>
          <a:xfrm flipH="1">
            <a:off x="6427304" y="153110"/>
            <a:ext cx="2706866" cy="1804581"/>
            <a:chOff x="1514745" y="4504958"/>
            <a:chExt cx="518696" cy="345798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9432B3D-E040-584A-BE20-A5C711F8302E}"/>
                </a:ext>
              </a:extLst>
            </p:cNvPr>
            <p:cNvSpPr/>
            <p:nvPr userDrawn="1"/>
          </p:nvSpPr>
          <p:spPr>
            <a:xfrm>
              <a:off x="1687643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BDBFFEA-95B3-9B4C-9BBF-51CDA38D5A8F}"/>
                </a:ext>
              </a:extLst>
            </p:cNvPr>
            <p:cNvSpPr/>
            <p:nvPr userDrawn="1"/>
          </p:nvSpPr>
          <p:spPr>
            <a:xfrm rot="5400000">
              <a:off x="1860542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F0A1F7C-E89C-504F-BA11-C9839DE2D1C8}"/>
                </a:ext>
              </a:extLst>
            </p:cNvPr>
            <p:cNvSpPr/>
            <p:nvPr userDrawn="1"/>
          </p:nvSpPr>
          <p:spPr>
            <a:xfrm rot="10800000">
              <a:off x="1687644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67BE3B8-1158-6C40-8FCA-46DCEDA627E8}"/>
                </a:ext>
              </a:extLst>
            </p:cNvPr>
            <p:cNvSpPr/>
            <p:nvPr userDrawn="1"/>
          </p:nvSpPr>
          <p:spPr>
            <a:xfrm rot="16200000">
              <a:off x="1514745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rgbClr val="64696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D245D4B-F056-F343-8BED-54DAD168039F}"/>
                </a:ext>
              </a:extLst>
            </p:cNvPr>
            <p:cNvSpPr/>
            <p:nvPr userDrawn="1"/>
          </p:nvSpPr>
          <p:spPr>
            <a:xfrm rot="5400000">
              <a:off x="1514745" y="4504959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533261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49167-983B-B749-8D72-5F16B835D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" b="1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121D555-31BF-7F44-AAFC-9E2A6D91A9A1}"/>
              </a:ext>
            </a:extLst>
          </p:cNvPr>
          <p:cNvGrpSpPr/>
          <p:nvPr userDrawn="1"/>
        </p:nvGrpSpPr>
        <p:grpSpPr>
          <a:xfrm rot="10800000">
            <a:off x="6445318" y="2933460"/>
            <a:ext cx="2706866" cy="1804581"/>
            <a:chOff x="1514745" y="4504958"/>
            <a:chExt cx="518696" cy="345798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820CE18-785E-E84C-A044-01B50DEACB08}"/>
                </a:ext>
              </a:extLst>
            </p:cNvPr>
            <p:cNvSpPr/>
            <p:nvPr userDrawn="1"/>
          </p:nvSpPr>
          <p:spPr>
            <a:xfrm>
              <a:off x="1687643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CF50E25-FB84-3841-8158-70B0C20BAEBF}"/>
                </a:ext>
              </a:extLst>
            </p:cNvPr>
            <p:cNvSpPr/>
            <p:nvPr userDrawn="1"/>
          </p:nvSpPr>
          <p:spPr>
            <a:xfrm rot="5400000">
              <a:off x="1860542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AA147DC-16BC-7849-A057-81B400C4E2CD}"/>
                </a:ext>
              </a:extLst>
            </p:cNvPr>
            <p:cNvSpPr/>
            <p:nvPr userDrawn="1"/>
          </p:nvSpPr>
          <p:spPr>
            <a:xfrm rot="10800000">
              <a:off x="1687644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C41D628-FDA9-144B-B6A1-B86D8C751CA5}"/>
                </a:ext>
              </a:extLst>
            </p:cNvPr>
            <p:cNvSpPr/>
            <p:nvPr userDrawn="1"/>
          </p:nvSpPr>
          <p:spPr>
            <a:xfrm rot="16200000">
              <a:off x="1514745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8C6B9D5-25B8-7545-A8A2-EB8DEF35D19A}"/>
                </a:ext>
              </a:extLst>
            </p:cNvPr>
            <p:cNvSpPr/>
            <p:nvPr userDrawn="1"/>
          </p:nvSpPr>
          <p:spPr>
            <a:xfrm rot="5400000">
              <a:off x="1514745" y="4504959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FF0CB8-67B9-A344-8865-ED8336C4F6D4}"/>
              </a:ext>
            </a:extLst>
          </p:cNvPr>
          <p:cNvGrpSpPr/>
          <p:nvPr userDrawn="1"/>
        </p:nvGrpSpPr>
        <p:grpSpPr>
          <a:xfrm>
            <a:off x="356547" y="4511539"/>
            <a:ext cx="697421" cy="226502"/>
            <a:chOff x="3793624" y="2323129"/>
            <a:chExt cx="1730376" cy="561975"/>
          </a:xfrm>
          <a:solidFill>
            <a:schemeClr val="accent2"/>
          </a:solidFill>
        </p:grpSpPr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2D94BB34-FC34-0346-8003-E6CB8E8D5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23342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32B49927-A24C-C445-A1DA-67DDA3730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2334241"/>
              <a:ext cx="234950" cy="549275"/>
            </a:xfrm>
            <a:custGeom>
              <a:avLst/>
              <a:gdLst>
                <a:gd name="T0" fmla="*/ 148 w 148"/>
                <a:gd name="T1" fmla="*/ 0 h 346"/>
                <a:gd name="T2" fmla="*/ 73 w 148"/>
                <a:gd name="T3" fmla="*/ 0 h 346"/>
                <a:gd name="T4" fmla="*/ 0 w 148"/>
                <a:gd name="T5" fmla="*/ 346 h 346"/>
                <a:gd name="T6" fmla="*/ 76 w 148"/>
                <a:gd name="T7" fmla="*/ 346 h 346"/>
                <a:gd name="T8" fmla="*/ 148 w 148"/>
                <a:gd name="T9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6">
                  <a:moveTo>
                    <a:pt x="148" y="0"/>
                  </a:moveTo>
                  <a:lnTo>
                    <a:pt x="73" y="0"/>
                  </a:lnTo>
                  <a:lnTo>
                    <a:pt x="0" y="346"/>
                  </a:lnTo>
                  <a:lnTo>
                    <a:pt x="76" y="346"/>
                  </a:lnTo>
                  <a:lnTo>
                    <a:pt x="1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58EC1F66-1058-034F-9E2E-8D8D32F75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2334241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4">
              <a:extLst>
                <a:ext uri="{FF2B5EF4-FFF2-40B4-BE49-F238E27FC236}">
                  <a16:creationId xmlns:a16="http://schemas.microsoft.com/office/drawing/2014/main" id="{0F0E311F-299B-FD45-8F58-09EA6035E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23231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5">
              <a:extLst>
                <a:ext uri="{FF2B5EF4-FFF2-40B4-BE49-F238E27FC236}">
                  <a16:creationId xmlns:a16="http://schemas.microsoft.com/office/drawing/2014/main" id="{2419952F-25CF-9C49-AFAE-6DEEC7D660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28168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6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7B6D197-E242-6849-BE28-24B2505CC4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2797791"/>
              <a:ext cx="87313" cy="87313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5904D631-D97D-AF40-9A22-3675E4EAAE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547" y="823279"/>
            <a:ext cx="5178294" cy="174847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tx2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#7 </a:t>
            </a:r>
            <a:br>
              <a:rPr lang="en-US" dirty="0"/>
            </a:br>
            <a:r>
              <a:rPr lang="en-US" dirty="0"/>
              <a:t>Gill Sans MT Regular</a:t>
            </a:r>
            <a:br>
              <a:rPr lang="en-US" dirty="0"/>
            </a:br>
            <a:r>
              <a:rPr lang="en-US" dirty="0"/>
              <a:t>42 Pt Blue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2BEB30E-E864-0C40-9330-E385E80EB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6547" y="2587204"/>
            <a:ext cx="4215453" cy="41248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 </a:t>
            </a:r>
            <a:br>
              <a:rPr lang="en-US" dirty="0"/>
            </a:br>
            <a:r>
              <a:rPr lang="en-US" dirty="0"/>
              <a:t>Gill Sans MT Regular 12 Pt Gray</a:t>
            </a:r>
          </a:p>
        </p:txBody>
      </p:sp>
    </p:spTree>
    <p:extLst>
      <p:ext uri="{BB962C8B-B14F-4D97-AF65-F5344CB8AC3E}">
        <p14:creationId xmlns:p14="http://schemas.microsoft.com/office/powerpoint/2010/main" val="9360740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49167-983B-B749-8D72-5F16B835D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" b="74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6D93D88-F079-D140-A949-D2F614C8B127}"/>
              </a:ext>
            </a:extLst>
          </p:cNvPr>
          <p:cNvGrpSpPr/>
          <p:nvPr userDrawn="1"/>
        </p:nvGrpSpPr>
        <p:grpSpPr>
          <a:xfrm>
            <a:off x="356547" y="4511539"/>
            <a:ext cx="697421" cy="226502"/>
            <a:chOff x="3793624" y="2323129"/>
            <a:chExt cx="1730376" cy="561975"/>
          </a:xfrm>
          <a:solidFill>
            <a:schemeClr val="accent2"/>
          </a:solidFill>
        </p:grpSpPr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3802ED57-3A71-CB49-A039-914DA688A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23342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A818D95-A01E-F142-9885-EFD83CC27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2334241"/>
              <a:ext cx="234950" cy="549275"/>
            </a:xfrm>
            <a:custGeom>
              <a:avLst/>
              <a:gdLst>
                <a:gd name="T0" fmla="*/ 148 w 148"/>
                <a:gd name="T1" fmla="*/ 0 h 346"/>
                <a:gd name="T2" fmla="*/ 73 w 148"/>
                <a:gd name="T3" fmla="*/ 0 h 346"/>
                <a:gd name="T4" fmla="*/ 0 w 148"/>
                <a:gd name="T5" fmla="*/ 346 h 346"/>
                <a:gd name="T6" fmla="*/ 76 w 148"/>
                <a:gd name="T7" fmla="*/ 346 h 346"/>
                <a:gd name="T8" fmla="*/ 148 w 148"/>
                <a:gd name="T9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6">
                  <a:moveTo>
                    <a:pt x="148" y="0"/>
                  </a:moveTo>
                  <a:lnTo>
                    <a:pt x="73" y="0"/>
                  </a:lnTo>
                  <a:lnTo>
                    <a:pt x="0" y="346"/>
                  </a:lnTo>
                  <a:lnTo>
                    <a:pt x="76" y="346"/>
                  </a:lnTo>
                  <a:lnTo>
                    <a:pt x="1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AC5EBE70-323D-2A48-B80F-0C9518FB1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2334241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A626C0A5-D4DC-5A49-8AD9-516A7A16D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23231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5AA88954-F02B-F443-B75A-DAC9A964F4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28168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6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36CC9D84-A4D1-2D47-8D15-E7F354BD9A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2797791"/>
              <a:ext cx="87313" cy="87313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C3897B3-3A0E-C841-A51A-7826BFEA1221}"/>
              </a:ext>
            </a:extLst>
          </p:cNvPr>
          <p:cNvGrpSpPr/>
          <p:nvPr userDrawn="1"/>
        </p:nvGrpSpPr>
        <p:grpSpPr>
          <a:xfrm flipH="1">
            <a:off x="4632556" y="1042297"/>
            <a:ext cx="4511442" cy="2706872"/>
            <a:chOff x="1514745" y="4504958"/>
            <a:chExt cx="864493" cy="518697"/>
          </a:xfrm>
        </p:grpSpPr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FC7595EF-F55D-EE40-8DD0-79AB3A074ED9}"/>
                </a:ext>
              </a:extLst>
            </p:cNvPr>
            <p:cNvSpPr/>
            <p:nvPr userDrawn="1"/>
          </p:nvSpPr>
          <p:spPr>
            <a:xfrm>
              <a:off x="1687643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C19C4D1A-EBE5-A64E-96E6-8A2B7DF70762}"/>
                </a:ext>
              </a:extLst>
            </p:cNvPr>
            <p:cNvSpPr/>
            <p:nvPr userDrawn="1"/>
          </p:nvSpPr>
          <p:spPr>
            <a:xfrm rot="5400000">
              <a:off x="1860542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C3F46564-7C58-DB46-BA99-00B956DB4C82}"/>
                </a:ext>
              </a:extLst>
            </p:cNvPr>
            <p:cNvSpPr/>
            <p:nvPr userDrawn="1"/>
          </p:nvSpPr>
          <p:spPr>
            <a:xfrm rot="10800000">
              <a:off x="1687644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0F4CE20D-E177-0C40-A62F-CCCE53F10757}"/>
                </a:ext>
              </a:extLst>
            </p:cNvPr>
            <p:cNvSpPr/>
            <p:nvPr userDrawn="1"/>
          </p:nvSpPr>
          <p:spPr>
            <a:xfrm rot="16200000">
              <a:off x="1514745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F6DAA5A-B67D-ED41-936D-9AB0AE299579}"/>
                </a:ext>
              </a:extLst>
            </p:cNvPr>
            <p:cNvSpPr/>
            <p:nvPr userDrawn="1"/>
          </p:nvSpPr>
          <p:spPr>
            <a:xfrm rot="5400000">
              <a:off x="1514745" y="4504959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B3610277-AB8A-764C-AC9F-E93CA936BF70}"/>
                </a:ext>
              </a:extLst>
            </p:cNvPr>
            <p:cNvSpPr/>
            <p:nvPr userDrawn="1"/>
          </p:nvSpPr>
          <p:spPr>
            <a:xfrm rot="10800000">
              <a:off x="2206339" y="4850756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A2C45C60-51CD-9A41-A61F-ABE397C1F664}"/>
                </a:ext>
              </a:extLst>
            </p:cNvPr>
            <p:cNvSpPr/>
            <p:nvPr userDrawn="1"/>
          </p:nvSpPr>
          <p:spPr>
            <a:xfrm rot="16200000">
              <a:off x="2033440" y="4850756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3BC62567-5362-4D4C-A48E-C66E6A3E773B}"/>
                </a:ext>
              </a:extLst>
            </p:cNvPr>
            <p:cNvSpPr/>
            <p:nvPr userDrawn="1"/>
          </p:nvSpPr>
          <p:spPr>
            <a:xfrm rot="5400000">
              <a:off x="2033440" y="46778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956D6CA1-68FA-0A49-9F5A-6226401079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547" y="823279"/>
            <a:ext cx="5178294" cy="174847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tx2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#8 </a:t>
            </a:r>
            <a:br>
              <a:rPr lang="en-US" dirty="0"/>
            </a:br>
            <a:r>
              <a:rPr lang="en-US" dirty="0"/>
              <a:t>Gill Sans MT Regular</a:t>
            </a:r>
            <a:br>
              <a:rPr lang="en-US" dirty="0"/>
            </a:br>
            <a:r>
              <a:rPr lang="en-US" dirty="0"/>
              <a:t>42 Pt Blue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D58C4C9-E6CC-7A49-B35D-AE47EAF90C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6547" y="2587204"/>
            <a:ext cx="4215453" cy="41248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 </a:t>
            </a:r>
            <a:br>
              <a:rPr lang="en-US" dirty="0"/>
            </a:br>
            <a:r>
              <a:rPr lang="en-US" dirty="0"/>
              <a:t>Gill Sans MT Regular 12 Pt Gray</a:t>
            </a:r>
          </a:p>
        </p:txBody>
      </p:sp>
    </p:spTree>
    <p:extLst>
      <p:ext uri="{BB962C8B-B14F-4D97-AF65-F5344CB8AC3E}">
        <p14:creationId xmlns:p14="http://schemas.microsoft.com/office/powerpoint/2010/main" val="15128531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49167-983B-B749-8D72-5F16B835D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" b="74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C2FF6E9-C428-024C-913C-ECF9C12A2AFB}"/>
              </a:ext>
            </a:extLst>
          </p:cNvPr>
          <p:cNvGrpSpPr/>
          <p:nvPr userDrawn="1"/>
        </p:nvGrpSpPr>
        <p:grpSpPr>
          <a:xfrm>
            <a:off x="356547" y="4511539"/>
            <a:ext cx="697421" cy="226502"/>
            <a:chOff x="3793624" y="2323129"/>
            <a:chExt cx="1730376" cy="561975"/>
          </a:xfrm>
          <a:solidFill>
            <a:schemeClr val="accent2"/>
          </a:solidFill>
        </p:grpSpPr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486ADBB5-E878-5D41-B5F4-C44869144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23342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03BE3AF-3677-AB4C-894F-C6B3FA494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2334241"/>
              <a:ext cx="234950" cy="549275"/>
            </a:xfrm>
            <a:custGeom>
              <a:avLst/>
              <a:gdLst>
                <a:gd name="T0" fmla="*/ 148 w 148"/>
                <a:gd name="T1" fmla="*/ 0 h 346"/>
                <a:gd name="T2" fmla="*/ 73 w 148"/>
                <a:gd name="T3" fmla="*/ 0 h 346"/>
                <a:gd name="T4" fmla="*/ 0 w 148"/>
                <a:gd name="T5" fmla="*/ 346 h 346"/>
                <a:gd name="T6" fmla="*/ 76 w 148"/>
                <a:gd name="T7" fmla="*/ 346 h 346"/>
                <a:gd name="T8" fmla="*/ 148 w 148"/>
                <a:gd name="T9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6">
                  <a:moveTo>
                    <a:pt x="148" y="0"/>
                  </a:moveTo>
                  <a:lnTo>
                    <a:pt x="73" y="0"/>
                  </a:lnTo>
                  <a:lnTo>
                    <a:pt x="0" y="346"/>
                  </a:lnTo>
                  <a:lnTo>
                    <a:pt x="76" y="346"/>
                  </a:lnTo>
                  <a:lnTo>
                    <a:pt x="1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C16E3076-A40C-DA4F-A08C-AF08E44B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2334241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DC7BABAA-9DA4-7445-BCC9-56DC4356E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23231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9FDAB606-9C64-784C-9832-34331C595A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28168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6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977A6090-4E06-D342-8862-3823A4D2AD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2797791"/>
              <a:ext cx="87313" cy="87313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B84ECDD-FE34-5148-AA07-2CC4BAA5E31C}"/>
              </a:ext>
            </a:extLst>
          </p:cNvPr>
          <p:cNvGrpSpPr/>
          <p:nvPr userDrawn="1"/>
        </p:nvGrpSpPr>
        <p:grpSpPr>
          <a:xfrm rot="10800000" flipH="1" flipV="1">
            <a:off x="4629725" y="2210232"/>
            <a:ext cx="4513998" cy="2706878"/>
            <a:chOff x="3761291" y="1582184"/>
            <a:chExt cx="4513998" cy="2706878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8BB076-0006-F146-B643-72B9A27E67B7}"/>
                </a:ext>
              </a:extLst>
            </p:cNvPr>
            <p:cNvSpPr/>
            <p:nvPr userDrawn="1"/>
          </p:nvSpPr>
          <p:spPr>
            <a:xfrm flipH="1">
              <a:off x="4663580" y="1582185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FB83B22-CC64-BD4A-91FE-ED46C205510D}"/>
                </a:ext>
              </a:extLst>
            </p:cNvPr>
            <p:cNvSpPr/>
            <p:nvPr userDrawn="1"/>
          </p:nvSpPr>
          <p:spPr>
            <a:xfrm rot="16200000" flipH="1">
              <a:off x="3761290" y="1582185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8909465-8B5F-BD43-A4C8-5E6574100D13}"/>
                </a:ext>
              </a:extLst>
            </p:cNvPr>
            <p:cNvSpPr/>
            <p:nvPr userDrawn="1"/>
          </p:nvSpPr>
          <p:spPr>
            <a:xfrm rot="10800000" flipH="1">
              <a:off x="5568425" y="3386771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E61D735-BAD3-D943-8BB3-40ACF930E6F4}"/>
                </a:ext>
              </a:extLst>
            </p:cNvPr>
            <p:cNvSpPr/>
            <p:nvPr userDrawn="1"/>
          </p:nvSpPr>
          <p:spPr>
            <a:xfrm rot="5400000" flipH="1">
              <a:off x="6470716" y="3386771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09D499E-08EC-BF40-9055-3F38860AEA15}"/>
                </a:ext>
              </a:extLst>
            </p:cNvPr>
            <p:cNvSpPr/>
            <p:nvPr userDrawn="1"/>
          </p:nvSpPr>
          <p:spPr>
            <a:xfrm flipH="1">
              <a:off x="7372999" y="2484479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0114F38-B19A-E745-BA4E-4FAECF7E25F6}"/>
                </a:ext>
              </a:extLst>
            </p:cNvPr>
            <p:cNvSpPr/>
            <p:nvPr userDrawn="1"/>
          </p:nvSpPr>
          <p:spPr>
            <a:xfrm rot="16200000" flipH="1">
              <a:off x="6470709" y="2484480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7DA4ECD-8842-2840-B103-A0E91C6AA94C}"/>
                </a:ext>
              </a:extLst>
            </p:cNvPr>
            <p:cNvSpPr/>
            <p:nvPr userDrawn="1"/>
          </p:nvSpPr>
          <p:spPr>
            <a:xfrm rot="10800000" flipH="1">
              <a:off x="4663576" y="2484479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C07A217-6D03-4C4C-AC09-2336CBA4F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547" y="823279"/>
            <a:ext cx="5178294" cy="174847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tx2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#9</a:t>
            </a:r>
            <a:br>
              <a:rPr lang="en-US" dirty="0"/>
            </a:br>
            <a:r>
              <a:rPr lang="en-US" dirty="0"/>
              <a:t>Gill Sans MT Regular</a:t>
            </a:r>
            <a:br>
              <a:rPr lang="en-US" dirty="0"/>
            </a:br>
            <a:r>
              <a:rPr lang="en-US" dirty="0"/>
              <a:t>42 Pt Blue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9B5B309-7826-174C-AE4B-341255FD01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6547" y="2587204"/>
            <a:ext cx="4215453" cy="41248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 </a:t>
            </a:r>
            <a:br>
              <a:rPr lang="en-US" dirty="0"/>
            </a:br>
            <a:r>
              <a:rPr lang="en-US" dirty="0"/>
              <a:t>Gill Sans MT Regular 12 Pt Gray</a:t>
            </a:r>
          </a:p>
        </p:txBody>
      </p:sp>
    </p:spTree>
    <p:extLst>
      <p:ext uri="{BB962C8B-B14F-4D97-AF65-F5344CB8AC3E}">
        <p14:creationId xmlns:p14="http://schemas.microsoft.com/office/powerpoint/2010/main" val="41091527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49167-983B-B749-8D72-5F16B835D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" r="173"/>
          <a:stretch/>
        </p:blipFill>
        <p:spPr>
          <a:xfrm>
            <a:off x="-4113" y="-12729"/>
            <a:ext cx="9144000" cy="516895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348487F-FD28-F141-A6FE-9F780ECCD4EE}"/>
              </a:ext>
            </a:extLst>
          </p:cNvPr>
          <p:cNvGrpSpPr/>
          <p:nvPr userDrawn="1"/>
        </p:nvGrpSpPr>
        <p:grpSpPr>
          <a:xfrm>
            <a:off x="364567" y="4515791"/>
            <a:ext cx="686268" cy="222250"/>
            <a:chOff x="3793624" y="3656629"/>
            <a:chExt cx="1730376" cy="560388"/>
          </a:xfrm>
        </p:grpSpPr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08BF0B7F-309A-3841-8011-4AE2EFCAC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36677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BBC20E31-FF0B-B44E-B61A-9B642A6F3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3666154"/>
              <a:ext cx="234950" cy="550863"/>
            </a:xfrm>
            <a:custGeom>
              <a:avLst/>
              <a:gdLst>
                <a:gd name="T0" fmla="*/ 148 w 148"/>
                <a:gd name="T1" fmla="*/ 0 h 347"/>
                <a:gd name="T2" fmla="*/ 73 w 148"/>
                <a:gd name="T3" fmla="*/ 0 h 347"/>
                <a:gd name="T4" fmla="*/ 0 w 148"/>
                <a:gd name="T5" fmla="*/ 347 h 347"/>
                <a:gd name="T6" fmla="*/ 76 w 148"/>
                <a:gd name="T7" fmla="*/ 347 h 347"/>
                <a:gd name="T8" fmla="*/ 148 w 148"/>
                <a:gd name="T9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7">
                  <a:moveTo>
                    <a:pt x="148" y="0"/>
                  </a:moveTo>
                  <a:lnTo>
                    <a:pt x="73" y="0"/>
                  </a:lnTo>
                  <a:lnTo>
                    <a:pt x="0" y="347"/>
                  </a:lnTo>
                  <a:lnTo>
                    <a:pt x="76" y="34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472D553B-82F7-4948-A53A-1E4790F06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3666154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4A0AB2D7-1CB1-174D-9719-81FB6D65D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36566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0F560121-4C19-3843-BCC4-1AF2D78881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41503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5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AF570DFF-49D1-6440-831D-B5C49551A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4131291"/>
              <a:ext cx="87313" cy="85725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2AD2254-8579-7044-AA18-7FB53FE7E9FC}"/>
              </a:ext>
            </a:extLst>
          </p:cNvPr>
          <p:cNvGrpSpPr/>
          <p:nvPr userDrawn="1"/>
        </p:nvGrpSpPr>
        <p:grpSpPr>
          <a:xfrm flipH="1">
            <a:off x="5534845" y="3056717"/>
            <a:ext cx="3609152" cy="1804587"/>
            <a:chOff x="1514745" y="4504958"/>
            <a:chExt cx="691594" cy="345799"/>
          </a:xfrm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23CB592-0D1B-634C-88DB-8B3BB5A47905}"/>
                </a:ext>
              </a:extLst>
            </p:cNvPr>
            <p:cNvSpPr/>
            <p:nvPr userDrawn="1"/>
          </p:nvSpPr>
          <p:spPr>
            <a:xfrm>
              <a:off x="1687643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7B8A6AE-5DD0-1640-AD34-C58064007721}"/>
                </a:ext>
              </a:extLst>
            </p:cNvPr>
            <p:cNvSpPr/>
            <p:nvPr userDrawn="1"/>
          </p:nvSpPr>
          <p:spPr>
            <a:xfrm rot="5400000">
              <a:off x="1860542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4428CA92-E736-3742-9766-CDCB9D684F35}"/>
                </a:ext>
              </a:extLst>
            </p:cNvPr>
            <p:cNvSpPr/>
            <p:nvPr userDrawn="1"/>
          </p:nvSpPr>
          <p:spPr>
            <a:xfrm rot="10800000">
              <a:off x="1687644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49787323-97D9-694E-8535-B8F36563C0AD}"/>
                </a:ext>
              </a:extLst>
            </p:cNvPr>
            <p:cNvSpPr/>
            <p:nvPr userDrawn="1"/>
          </p:nvSpPr>
          <p:spPr>
            <a:xfrm rot="16200000">
              <a:off x="1514745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7C6C69D3-5FB1-2742-AE98-DCE9FE54F373}"/>
                </a:ext>
              </a:extLst>
            </p:cNvPr>
            <p:cNvSpPr/>
            <p:nvPr userDrawn="1"/>
          </p:nvSpPr>
          <p:spPr>
            <a:xfrm rot="5400000">
              <a:off x="1514745" y="4504959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501C5A6E-AC57-F348-92BD-DC4330B1B083}"/>
                </a:ext>
              </a:extLst>
            </p:cNvPr>
            <p:cNvSpPr/>
            <p:nvPr userDrawn="1"/>
          </p:nvSpPr>
          <p:spPr>
            <a:xfrm rot="5400000">
              <a:off x="2033440" y="46778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ADF8C624-D350-9C43-AFC2-0248CEBA42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547" y="823279"/>
            <a:ext cx="5178294" cy="174847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bg1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#10</a:t>
            </a:r>
            <a:br>
              <a:rPr lang="en-US" dirty="0"/>
            </a:br>
            <a:r>
              <a:rPr lang="en-US" dirty="0"/>
              <a:t>Gill Sans MT Regular</a:t>
            </a:r>
            <a:br>
              <a:rPr lang="en-US" dirty="0"/>
            </a:br>
            <a:r>
              <a:rPr lang="en-US" dirty="0"/>
              <a:t>42 Pt White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8F2C19B2-377F-2F4F-B09C-515E1F52C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6547" y="2587204"/>
            <a:ext cx="4215453" cy="41248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 </a:t>
            </a:r>
            <a:br>
              <a:rPr lang="en-US" dirty="0"/>
            </a:br>
            <a:r>
              <a:rPr lang="en-US" dirty="0"/>
              <a:t>Gill Sans MT Regular 12 Pt White</a:t>
            </a:r>
          </a:p>
        </p:txBody>
      </p:sp>
    </p:spTree>
    <p:extLst>
      <p:ext uri="{BB962C8B-B14F-4D97-AF65-F5344CB8AC3E}">
        <p14:creationId xmlns:p14="http://schemas.microsoft.com/office/powerpoint/2010/main" val="3171522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49167-983B-B749-8D72-5F16B835D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" b="74"/>
          <a:stretch/>
        </p:blipFill>
        <p:spPr>
          <a:xfrm>
            <a:off x="-9829" y="15454"/>
            <a:ext cx="9144000" cy="5143500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77649555-DF84-5041-834C-4AE093AC9BC0}"/>
              </a:ext>
            </a:extLst>
          </p:cNvPr>
          <p:cNvGrpSpPr/>
          <p:nvPr userDrawn="1"/>
        </p:nvGrpSpPr>
        <p:grpSpPr>
          <a:xfrm>
            <a:off x="356547" y="4511539"/>
            <a:ext cx="697421" cy="226502"/>
            <a:chOff x="3793624" y="2323129"/>
            <a:chExt cx="1730376" cy="561975"/>
          </a:xfrm>
          <a:solidFill>
            <a:schemeClr val="accent2"/>
          </a:solidFill>
        </p:grpSpPr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680D2351-AC9D-A346-86DE-DFE91B684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23342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BC53B363-3BDD-3F4C-B656-885006265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2334241"/>
              <a:ext cx="234950" cy="549275"/>
            </a:xfrm>
            <a:custGeom>
              <a:avLst/>
              <a:gdLst>
                <a:gd name="T0" fmla="*/ 148 w 148"/>
                <a:gd name="T1" fmla="*/ 0 h 346"/>
                <a:gd name="T2" fmla="*/ 73 w 148"/>
                <a:gd name="T3" fmla="*/ 0 h 346"/>
                <a:gd name="T4" fmla="*/ 0 w 148"/>
                <a:gd name="T5" fmla="*/ 346 h 346"/>
                <a:gd name="T6" fmla="*/ 76 w 148"/>
                <a:gd name="T7" fmla="*/ 346 h 346"/>
                <a:gd name="T8" fmla="*/ 148 w 148"/>
                <a:gd name="T9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6">
                  <a:moveTo>
                    <a:pt x="148" y="0"/>
                  </a:moveTo>
                  <a:lnTo>
                    <a:pt x="73" y="0"/>
                  </a:lnTo>
                  <a:lnTo>
                    <a:pt x="0" y="346"/>
                  </a:lnTo>
                  <a:lnTo>
                    <a:pt x="76" y="346"/>
                  </a:lnTo>
                  <a:lnTo>
                    <a:pt x="1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789FAB83-6D77-7D4D-A1A0-026051324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2334241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9FFEDA02-C0B7-1D47-8B9C-7F1048EA7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23231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F62F2C52-5EF4-DE4C-9CA6-C5527BB285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28168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6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32946098-7406-AF4C-9076-54E017CF55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2797791"/>
              <a:ext cx="87313" cy="87313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DA6C99F0-0798-0E48-8C8E-76A6AFDE75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547" y="823279"/>
            <a:ext cx="5178294" cy="174847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tx2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#11 </a:t>
            </a:r>
            <a:br>
              <a:rPr lang="en-US" dirty="0"/>
            </a:br>
            <a:r>
              <a:rPr lang="en-US" dirty="0"/>
              <a:t>Gill Sans MT Regular</a:t>
            </a:r>
            <a:br>
              <a:rPr lang="en-US" dirty="0"/>
            </a:br>
            <a:r>
              <a:rPr lang="en-US" dirty="0"/>
              <a:t>42 Pt Blue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7A57C7F-E81D-1A47-A52F-AB5C2EB303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6547" y="2587204"/>
            <a:ext cx="4215453" cy="41248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accent2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 </a:t>
            </a:r>
            <a:br>
              <a:rPr lang="en-US" dirty="0"/>
            </a:br>
            <a:r>
              <a:rPr lang="en-US" dirty="0"/>
              <a:t>Gill Sans MT Regular 12 Pt Gray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17F411-D50D-714C-8172-6BFD0FD2AF2B}"/>
              </a:ext>
            </a:extLst>
          </p:cNvPr>
          <p:cNvGrpSpPr/>
          <p:nvPr userDrawn="1"/>
        </p:nvGrpSpPr>
        <p:grpSpPr>
          <a:xfrm flipH="1">
            <a:off x="6427304" y="153110"/>
            <a:ext cx="2706866" cy="1804581"/>
            <a:chOff x="1514745" y="4504958"/>
            <a:chExt cx="518696" cy="345798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909F9FD-B514-0E4E-9DFE-DFD7112EC71D}"/>
                </a:ext>
              </a:extLst>
            </p:cNvPr>
            <p:cNvSpPr/>
            <p:nvPr userDrawn="1"/>
          </p:nvSpPr>
          <p:spPr>
            <a:xfrm>
              <a:off x="1687643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5FEFEB2-6334-224C-B657-6FB9C339342E}"/>
                </a:ext>
              </a:extLst>
            </p:cNvPr>
            <p:cNvSpPr/>
            <p:nvPr userDrawn="1"/>
          </p:nvSpPr>
          <p:spPr>
            <a:xfrm rot="5400000">
              <a:off x="1860542" y="4504958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2F8B406-33C5-094E-A0BE-C15B4F133EC0}"/>
                </a:ext>
              </a:extLst>
            </p:cNvPr>
            <p:cNvSpPr/>
            <p:nvPr userDrawn="1"/>
          </p:nvSpPr>
          <p:spPr>
            <a:xfrm rot="10800000">
              <a:off x="1687644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AACB8CF-0B66-4B40-B873-E3958582FACC}"/>
                </a:ext>
              </a:extLst>
            </p:cNvPr>
            <p:cNvSpPr/>
            <p:nvPr userDrawn="1"/>
          </p:nvSpPr>
          <p:spPr>
            <a:xfrm rot="16200000">
              <a:off x="1514745" y="4677857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rgbClr val="64696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DDE79ED-3C2C-F048-96F9-DA61899C62BF}"/>
                </a:ext>
              </a:extLst>
            </p:cNvPr>
            <p:cNvSpPr/>
            <p:nvPr userDrawn="1"/>
          </p:nvSpPr>
          <p:spPr>
            <a:xfrm rot="5400000">
              <a:off x="1514745" y="4504959"/>
              <a:ext cx="172899" cy="172899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516571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49167-983B-B749-8D72-5F16B835D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" b="74"/>
          <a:stretch/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3647308" y="2756592"/>
            <a:ext cx="5191892" cy="1641602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bg1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#12</a:t>
            </a:r>
            <a:br>
              <a:rPr lang="en-US" dirty="0"/>
            </a:br>
            <a:r>
              <a:rPr lang="en-US" dirty="0"/>
              <a:t>Gill Sans MT Regular 42 Pt White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2C99FB3D-ACEA-0541-90EC-C6E0270A29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308" y="4397818"/>
            <a:ext cx="5191893" cy="61244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</a:t>
            </a:r>
            <a:br>
              <a:rPr lang="en-US" dirty="0"/>
            </a:br>
            <a:r>
              <a:rPr lang="en-US" dirty="0"/>
              <a:t>Gill Sans MT Regular 12 pt. White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FAF53C-18C2-3B43-87DB-A31D7F5658B9}"/>
              </a:ext>
            </a:extLst>
          </p:cNvPr>
          <p:cNvGrpSpPr/>
          <p:nvPr userDrawn="1"/>
        </p:nvGrpSpPr>
        <p:grpSpPr>
          <a:xfrm>
            <a:off x="364567" y="4515791"/>
            <a:ext cx="686268" cy="222250"/>
            <a:chOff x="3793624" y="3656629"/>
            <a:chExt cx="1730376" cy="560388"/>
          </a:xfrm>
        </p:grpSpPr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2457015A-D11D-1F4A-9465-8329536B6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36677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DE6F4F1E-3A94-B946-8F7E-072DBF93E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3666154"/>
              <a:ext cx="234950" cy="550863"/>
            </a:xfrm>
            <a:custGeom>
              <a:avLst/>
              <a:gdLst>
                <a:gd name="T0" fmla="*/ 148 w 148"/>
                <a:gd name="T1" fmla="*/ 0 h 347"/>
                <a:gd name="T2" fmla="*/ 73 w 148"/>
                <a:gd name="T3" fmla="*/ 0 h 347"/>
                <a:gd name="T4" fmla="*/ 0 w 148"/>
                <a:gd name="T5" fmla="*/ 347 h 347"/>
                <a:gd name="T6" fmla="*/ 76 w 148"/>
                <a:gd name="T7" fmla="*/ 347 h 347"/>
                <a:gd name="T8" fmla="*/ 148 w 148"/>
                <a:gd name="T9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7">
                  <a:moveTo>
                    <a:pt x="148" y="0"/>
                  </a:moveTo>
                  <a:lnTo>
                    <a:pt x="73" y="0"/>
                  </a:lnTo>
                  <a:lnTo>
                    <a:pt x="0" y="347"/>
                  </a:lnTo>
                  <a:lnTo>
                    <a:pt x="76" y="34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F33D9CA5-84CD-1340-8B57-2877D672A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3666154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C1312D41-79B8-BC42-868E-26D4E82BE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36566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1">
              <a:extLst>
                <a:ext uri="{FF2B5EF4-FFF2-40B4-BE49-F238E27FC236}">
                  <a16:creationId xmlns:a16="http://schemas.microsoft.com/office/drawing/2014/main" id="{EDA5C5F3-172D-4F4A-830E-702B788044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41503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5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8D64C8D6-3F5B-7F43-92E8-67173E49A7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4131291"/>
              <a:ext cx="87313" cy="85725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7D8FC8D-E9C0-2843-878C-A0D6C9FE215A}"/>
              </a:ext>
            </a:extLst>
          </p:cNvPr>
          <p:cNvGrpSpPr/>
          <p:nvPr userDrawn="1"/>
        </p:nvGrpSpPr>
        <p:grpSpPr>
          <a:xfrm rot="10800000">
            <a:off x="-1" y="50327"/>
            <a:ext cx="4513998" cy="2706878"/>
            <a:chOff x="3761291" y="1582184"/>
            <a:chExt cx="4513998" cy="2706878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84B0A6C-3AE1-F849-80DD-8E3A10CDD473}"/>
                </a:ext>
              </a:extLst>
            </p:cNvPr>
            <p:cNvSpPr/>
            <p:nvPr userDrawn="1"/>
          </p:nvSpPr>
          <p:spPr>
            <a:xfrm flipH="1">
              <a:off x="4663580" y="1582185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D91AB74-F112-F743-9CB7-D85B47C008AC}"/>
                </a:ext>
              </a:extLst>
            </p:cNvPr>
            <p:cNvSpPr/>
            <p:nvPr userDrawn="1"/>
          </p:nvSpPr>
          <p:spPr>
            <a:xfrm rot="16200000" flipH="1">
              <a:off x="3761290" y="1582185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C2DC557-4305-3F40-A2F6-F56019944B2A}"/>
                </a:ext>
              </a:extLst>
            </p:cNvPr>
            <p:cNvSpPr/>
            <p:nvPr userDrawn="1"/>
          </p:nvSpPr>
          <p:spPr>
            <a:xfrm rot="10800000" flipH="1">
              <a:off x="5568425" y="3386771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AF14EF7-7288-1E4C-A4FE-8BBD7E26049F}"/>
                </a:ext>
              </a:extLst>
            </p:cNvPr>
            <p:cNvSpPr/>
            <p:nvPr userDrawn="1"/>
          </p:nvSpPr>
          <p:spPr>
            <a:xfrm rot="5400000" flipH="1">
              <a:off x="6470716" y="3386771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F3F3AB0-1587-7249-8EEB-18A9EC1D40A7}"/>
                </a:ext>
              </a:extLst>
            </p:cNvPr>
            <p:cNvSpPr/>
            <p:nvPr userDrawn="1"/>
          </p:nvSpPr>
          <p:spPr>
            <a:xfrm flipH="1">
              <a:off x="7372999" y="2484479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3AEA0A0-BA42-7E4C-B354-CF3E32A700D3}"/>
                </a:ext>
              </a:extLst>
            </p:cNvPr>
            <p:cNvSpPr/>
            <p:nvPr userDrawn="1"/>
          </p:nvSpPr>
          <p:spPr>
            <a:xfrm rot="16200000" flipH="1">
              <a:off x="6470709" y="2484480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27E62D8-EBF5-264A-8A03-682AA90FDB66}"/>
                </a:ext>
              </a:extLst>
            </p:cNvPr>
            <p:cNvSpPr/>
            <p:nvPr userDrawn="1"/>
          </p:nvSpPr>
          <p:spPr>
            <a:xfrm rot="10800000" flipH="1">
              <a:off x="4663576" y="2484479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26809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49167-983B-B749-8D72-5F16B835D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" b="74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393A3E7-9B96-0246-A265-3297CED6C2F7}"/>
              </a:ext>
            </a:extLst>
          </p:cNvPr>
          <p:cNvGrpSpPr/>
          <p:nvPr userDrawn="1"/>
        </p:nvGrpSpPr>
        <p:grpSpPr>
          <a:xfrm flipH="1">
            <a:off x="0" y="1330211"/>
            <a:ext cx="4513998" cy="2706878"/>
            <a:chOff x="3761291" y="1582184"/>
            <a:chExt cx="4513998" cy="2706878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7764746-D697-C74C-A0D8-E591D5BB61C9}"/>
                </a:ext>
              </a:extLst>
            </p:cNvPr>
            <p:cNvSpPr/>
            <p:nvPr userDrawn="1"/>
          </p:nvSpPr>
          <p:spPr>
            <a:xfrm flipH="1">
              <a:off x="4663580" y="1582185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8BAFCEB-E744-F34F-8530-F7012F974CE2}"/>
                </a:ext>
              </a:extLst>
            </p:cNvPr>
            <p:cNvSpPr/>
            <p:nvPr userDrawn="1"/>
          </p:nvSpPr>
          <p:spPr>
            <a:xfrm rot="16200000" flipH="1">
              <a:off x="3761290" y="1582185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C1253D-9D47-E94B-8540-057C9796388E}"/>
                </a:ext>
              </a:extLst>
            </p:cNvPr>
            <p:cNvSpPr/>
            <p:nvPr userDrawn="1"/>
          </p:nvSpPr>
          <p:spPr>
            <a:xfrm rot="10800000" flipH="1">
              <a:off x="5568425" y="3386771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12E7E5A-134B-8A40-BC47-34AE941A9326}"/>
                </a:ext>
              </a:extLst>
            </p:cNvPr>
            <p:cNvSpPr/>
            <p:nvPr userDrawn="1"/>
          </p:nvSpPr>
          <p:spPr>
            <a:xfrm rot="5400000" flipH="1">
              <a:off x="6470716" y="3386771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948959E-C9D5-F94C-A155-3C5439330A8B}"/>
                </a:ext>
              </a:extLst>
            </p:cNvPr>
            <p:cNvSpPr/>
            <p:nvPr userDrawn="1"/>
          </p:nvSpPr>
          <p:spPr>
            <a:xfrm flipH="1">
              <a:off x="7372999" y="2484479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A7173F5-198A-BF4D-8EC6-043249A1A7D6}"/>
                </a:ext>
              </a:extLst>
            </p:cNvPr>
            <p:cNvSpPr/>
            <p:nvPr userDrawn="1"/>
          </p:nvSpPr>
          <p:spPr>
            <a:xfrm rot="16200000" flipH="1">
              <a:off x="6470709" y="2484480"/>
              <a:ext cx="902291" cy="902290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11B8B3A-9806-9E40-90B4-7AB2E73E79B6}"/>
                </a:ext>
              </a:extLst>
            </p:cNvPr>
            <p:cNvSpPr/>
            <p:nvPr userDrawn="1"/>
          </p:nvSpPr>
          <p:spPr>
            <a:xfrm rot="10800000" flipH="1">
              <a:off x="4663576" y="2484479"/>
              <a:ext cx="902290" cy="902291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FAF53C-18C2-3B43-87DB-A31D7F5658B9}"/>
              </a:ext>
            </a:extLst>
          </p:cNvPr>
          <p:cNvGrpSpPr/>
          <p:nvPr userDrawn="1"/>
        </p:nvGrpSpPr>
        <p:grpSpPr>
          <a:xfrm>
            <a:off x="364567" y="4515791"/>
            <a:ext cx="686268" cy="222250"/>
            <a:chOff x="3793624" y="3656629"/>
            <a:chExt cx="1730376" cy="560388"/>
          </a:xfrm>
        </p:grpSpPr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2457015A-D11D-1F4A-9465-8329536B6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599" y="3667741"/>
              <a:ext cx="488950" cy="549275"/>
            </a:xfrm>
            <a:custGeom>
              <a:avLst/>
              <a:gdLst>
                <a:gd name="T0" fmla="*/ 501 w 642"/>
                <a:gd name="T1" fmla="*/ 721 h 721"/>
                <a:gd name="T2" fmla="*/ 642 w 642"/>
                <a:gd name="T3" fmla="*/ 721 h 721"/>
                <a:gd name="T4" fmla="*/ 555 w 642"/>
                <a:gd name="T5" fmla="*/ 0 h 721"/>
                <a:gd name="T6" fmla="*/ 397 w 642"/>
                <a:gd name="T7" fmla="*/ 0 h 721"/>
                <a:gd name="T8" fmla="*/ 0 w 642"/>
                <a:gd name="T9" fmla="*/ 721 h 721"/>
                <a:gd name="T10" fmla="*/ 151 w 642"/>
                <a:gd name="T11" fmla="*/ 721 h 721"/>
                <a:gd name="T12" fmla="*/ 230 w 642"/>
                <a:gd name="T13" fmla="*/ 579 h 721"/>
                <a:gd name="T14" fmla="*/ 448 w 642"/>
                <a:gd name="T15" fmla="*/ 579 h 721"/>
                <a:gd name="T16" fmla="*/ 472 w 642"/>
                <a:gd name="T17" fmla="*/ 471 h 721"/>
                <a:gd name="T18" fmla="*/ 286 w 642"/>
                <a:gd name="T19" fmla="*/ 471 h 721"/>
                <a:gd name="T20" fmla="*/ 286 w 642"/>
                <a:gd name="T21" fmla="*/ 471 h 721"/>
                <a:gd name="T22" fmla="*/ 445 w 642"/>
                <a:gd name="T23" fmla="*/ 197 h 721"/>
                <a:gd name="T24" fmla="*/ 501 w 642"/>
                <a:gd name="T2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2" h="721">
                  <a:moveTo>
                    <a:pt x="501" y="721"/>
                  </a:moveTo>
                  <a:lnTo>
                    <a:pt x="642" y="721"/>
                  </a:lnTo>
                  <a:lnTo>
                    <a:pt x="555" y="0"/>
                  </a:lnTo>
                  <a:lnTo>
                    <a:pt x="397" y="0"/>
                  </a:lnTo>
                  <a:lnTo>
                    <a:pt x="0" y="721"/>
                  </a:lnTo>
                  <a:lnTo>
                    <a:pt x="151" y="721"/>
                  </a:lnTo>
                  <a:cubicBezTo>
                    <a:pt x="151" y="721"/>
                    <a:pt x="227" y="585"/>
                    <a:pt x="230" y="579"/>
                  </a:cubicBezTo>
                  <a:lnTo>
                    <a:pt x="448" y="579"/>
                  </a:lnTo>
                  <a:lnTo>
                    <a:pt x="472" y="471"/>
                  </a:lnTo>
                  <a:lnTo>
                    <a:pt x="286" y="471"/>
                  </a:lnTo>
                  <a:cubicBezTo>
                    <a:pt x="286" y="471"/>
                    <a:pt x="286" y="471"/>
                    <a:pt x="286" y="471"/>
                  </a:cubicBezTo>
                  <a:cubicBezTo>
                    <a:pt x="298" y="449"/>
                    <a:pt x="441" y="203"/>
                    <a:pt x="445" y="197"/>
                  </a:cubicBezTo>
                  <a:cubicBezTo>
                    <a:pt x="445" y="202"/>
                    <a:pt x="501" y="721"/>
                    <a:pt x="501" y="7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DE6F4F1E-3A94-B946-8F7E-072DBF93E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62" y="3666154"/>
              <a:ext cx="234950" cy="550863"/>
            </a:xfrm>
            <a:custGeom>
              <a:avLst/>
              <a:gdLst>
                <a:gd name="T0" fmla="*/ 148 w 148"/>
                <a:gd name="T1" fmla="*/ 0 h 347"/>
                <a:gd name="T2" fmla="*/ 73 w 148"/>
                <a:gd name="T3" fmla="*/ 0 h 347"/>
                <a:gd name="T4" fmla="*/ 0 w 148"/>
                <a:gd name="T5" fmla="*/ 347 h 347"/>
                <a:gd name="T6" fmla="*/ 76 w 148"/>
                <a:gd name="T7" fmla="*/ 347 h 347"/>
                <a:gd name="T8" fmla="*/ 148 w 148"/>
                <a:gd name="T9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7">
                  <a:moveTo>
                    <a:pt x="148" y="0"/>
                  </a:moveTo>
                  <a:lnTo>
                    <a:pt x="73" y="0"/>
                  </a:lnTo>
                  <a:lnTo>
                    <a:pt x="0" y="347"/>
                  </a:lnTo>
                  <a:lnTo>
                    <a:pt x="76" y="34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F33D9CA5-84CD-1340-8B57-2877D672A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474" y="3666154"/>
              <a:ext cx="476250" cy="550863"/>
            </a:xfrm>
            <a:custGeom>
              <a:avLst/>
              <a:gdLst>
                <a:gd name="T0" fmla="*/ 228 w 624"/>
                <a:gd name="T1" fmla="*/ 180 h 723"/>
                <a:gd name="T2" fmla="*/ 291 w 624"/>
                <a:gd name="T3" fmla="*/ 116 h 723"/>
                <a:gd name="T4" fmla="*/ 596 w 624"/>
                <a:gd name="T5" fmla="*/ 116 h 723"/>
                <a:gd name="T6" fmla="*/ 624 w 624"/>
                <a:gd name="T7" fmla="*/ 0 h 723"/>
                <a:gd name="T8" fmla="*/ 252 w 624"/>
                <a:gd name="T9" fmla="*/ 0 h 723"/>
                <a:gd name="T10" fmla="*/ 92 w 624"/>
                <a:gd name="T11" fmla="*/ 191 h 723"/>
                <a:gd name="T12" fmla="*/ 17 w 624"/>
                <a:gd name="T13" fmla="*/ 549 h 723"/>
                <a:gd name="T14" fmla="*/ 166 w 624"/>
                <a:gd name="T15" fmla="*/ 723 h 723"/>
                <a:gd name="T16" fmla="*/ 505 w 624"/>
                <a:gd name="T17" fmla="*/ 723 h 723"/>
                <a:gd name="T18" fmla="*/ 531 w 624"/>
                <a:gd name="T19" fmla="*/ 606 h 723"/>
                <a:gd name="T20" fmla="*/ 219 w 624"/>
                <a:gd name="T21" fmla="*/ 606 h 723"/>
                <a:gd name="T22" fmla="*/ 166 w 624"/>
                <a:gd name="T23" fmla="*/ 522 h 723"/>
                <a:gd name="T24" fmla="*/ 197 w 624"/>
                <a:gd name="T25" fmla="*/ 351 h 723"/>
                <a:gd name="T26" fmla="*/ 197 w 624"/>
                <a:gd name="T27" fmla="*/ 351 h 723"/>
                <a:gd name="T28" fmla="*/ 228 w 624"/>
                <a:gd name="T29" fmla="*/ 18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4" h="723">
                  <a:moveTo>
                    <a:pt x="228" y="180"/>
                  </a:moveTo>
                  <a:cubicBezTo>
                    <a:pt x="233" y="157"/>
                    <a:pt x="238" y="116"/>
                    <a:pt x="291" y="116"/>
                  </a:cubicBezTo>
                  <a:cubicBezTo>
                    <a:pt x="319" y="116"/>
                    <a:pt x="596" y="116"/>
                    <a:pt x="596" y="116"/>
                  </a:cubicBezTo>
                  <a:lnTo>
                    <a:pt x="624" y="0"/>
                  </a:lnTo>
                  <a:cubicBezTo>
                    <a:pt x="624" y="0"/>
                    <a:pt x="353" y="0"/>
                    <a:pt x="252" y="0"/>
                  </a:cubicBezTo>
                  <a:cubicBezTo>
                    <a:pt x="110" y="0"/>
                    <a:pt x="101" y="144"/>
                    <a:pt x="92" y="191"/>
                  </a:cubicBezTo>
                  <a:cubicBezTo>
                    <a:pt x="83" y="239"/>
                    <a:pt x="20" y="536"/>
                    <a:pt x="17" y="549"/>
                  </a:cubicBezTo>
                  <a:cubicBezTo>
                    <a:pt x="0" y="634"/>
                    <a:pt x="43" y="723"/>
                    <a:pt x="166" y="723"/>
                  </a:cubicBezTo>
                  <a:lnTo>
                    <a:pt x="505" y="723"/>
                  </a:lnTo>
                  <a:lnTo>
                    <a:pt x="531" y="606"/>
                  </a:lnTo>
                  <a:lnTo>
                    <a:pt x="219" y="606"/>
                  </a:lnTo>
                  <a:cubicBezTo>
                    <a:pt x="159" y="606"/>
                    <a:pt x="157" y="569"/>
                    <a:pt x="166" y="522"/>
                  </a:cubicBezTo>
                  <a:lnTo>
                    <a:pt x="197" y="351"/>
                  </a:lnTo>
                  <a:lnTo>
                    <a:pt x="197" y="351"/>
                  </a:lnTo>
                  <a:cubicBezTo>
                    <a:pt x="197" y="351"/>
                    <a:pt x="214" y="247"/>
                    <a:pt x="228" y="1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C1312D41-79B8-BC42-868E-26D4E82BE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24" y="3656629"/>
              <a:ext cx="493713" cy="560388"/>
            </a:xfrm>
            <a:custGeom>
              <a:avLst/>
              <a:gdLst>
                <a:gd name="T0" fmla="*/ 256 w 648"/>
                <a:gd name="T1" fmla="*/ 196 h 736"/>
                <a:gd name="T2" fmla="*/ 329 w 648"/>
                <a:gd name="T3" fmla="*/ 130 h 736"/>
                <a:gd name="T4" fmla="*/ 620 w 648"/>
                <a:gd name="T5" fmla="*/ 130 h 736"/>
                <a:gd name="T6" fmla="*/ 648 w 648"/>
                <a:gd name="T7" fmla="*/ 14 h 736"/>
                <a:gd name="T8" fmla="*/ 295 w 648"/>
                <a:gd name="T9" fmla="*/ 14 h 736"/>
                <a:gd name="T10" fmla="*/ 121 w 648"/>
                <a:gd name="T11" fmla="*/ 185 h 736"/>
                <a:gd name="T12" fmla="*/ 101 w 648"/>
                <a:gd name="T13" fmla="*/ 330 h 736"/>
                <a:gd name="T14" fmla="*/ 202 w 648"/>
                <a:gd name="T15" fmla="*/ 415 h 736"/>
                <a:gd name="T16" fmla="*/ 411 w 648"/>
                <a:gd name="T17" fmla="*/ 415 h 736"/>
                <a:gd name="T18" fmla="*/ 451 w 648"/>
                <a:gd name="T19" fmla="*/ 438 h 736"/>
                <a:gd name="T20" fmla="*/ 422 w 648"/>
                <a:gd name="T21" fmla="*/ 587 h 736"/>
                <a:gd name="T22" fmla="*/ 329 w 648"/>
                <a:gd name="T23" fmla="*/ 620 h 736"/>
                <a:gd name="T24" fmla="*/ 26 w 648"/>
                <a:gd name="T25" fmla="*/ 620 h 736"/>
                <a:gd name="T26" fmla="*/ 0 w 648"/>
                <a:gd name="T27" fmla="*/ 736 h 736"/>
                <a:gd name="T28" fmla="*/ 379 w 648"/>
                <a:gd name="T29" fmla="*/ 736 h 736"/>
                <a:gd name="T30" fmla="*/ 553 w 648"/>
                <a:gd name="T31" fmla="*/ 627 h 736"/>
                <a:gd name="T32" fmla="*/ 596 w 648"/>
                <a:gd name="T33" fmla="*/ 424 h 736"/>
                <a:gd name="T34" fmla="*/ 476 w 648"/>
                <a:gd name="T35" fmla="*/ 289 h 736"/>
                <a:gd name="T36" fmla="*/ 291 w 648"/>
                <a:gd name="T37" fmla="*/ 289 h 736"/>
                <a:gd name="T38" fmla="*/ 245 w 648"/>
                <a:gd name="T39" fmla="*/ 260 h 736"/>
                <a:gd name="T40" fmla="*/ 256 w 648"/>
                <a:gd name="T41" fmla="*/ 19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8" h="736">
                  <a:moveTo>
                    <a:pt x="256" y="196"/>
                  </a:moveTo>
                  <a:cubicBezTo>
                    <a:pt x="266" y="146"/>
                    <a:pt x="260" y="130"/>
                    <a:pt x="329" y="130"/>
                  </a:cubicBezTo>
                  <a:cubicBezTo>
                    <a:pt x="421" y="130"/>
                    <a:pt x="620" y="130"/>
                    <a:pt x="620" y="130"/>
                  </a:cubicBezTo>
                  <a:lnTo>
                    <a:pt x="648" y="14"/>
                  </a:lnTo>
                  <a:cubicBezTo>
                    <a:pt x="648" y="14"/>
                    <a:pt x="430" y="14"/>
                    <a:pt x="295" y="14"/>
                  </a:cubicBezTo>
                  <a:cubicBezTo>
                    <a:pt x="249" y="14"/>
                    <a:pt x="149" y="0"/>
                    <a:pt x="121" y="185"/>
                  </a:cubicBezTo>
                  <a:cubicBezTo>
                    <a:pt x="109" y="265"/>
                    <a:pt x="103" y="304"/>
                    <a:pt x="101" y="330"/>
                  </a:cubicBezTo>
                  <a:cubicBezTo>
                    <a:pt x="97" y="395"/>
                    <a:pt x="154" y="415"/>
                    <a:pt x="202" y="415"/>
                  </a:cubicBezTo>
                  <a:cubicBezTo>
                    <a:pt x="267" y="415"/>
                    <a:pt x="411" y="415"/>
                    <a:pt x="411" y="415"/>
                  </a:cubicBezTo>
                  <a:cubicBezTo>
                    <a:pt x="443" y="415"/>
                    <a:pt x="456" y="415"/>
                    <a:pt x="451" y="438"/>
                  </a:cubicBezTo>
                  <a:cubicBezTo>
                    <a:pt x="444" y="481"/>
                    <a:pt x="427" y="562"/>
                    <a:pt x="422" y="587"/>
                  </a:cubicBezTo>
                  <a:cubicBezTo>
                    <a:pt x="414" y="626"/>
                    <a:pt x="369" y="620"/>
                    <a:pt x="329" y="620"/>
                  </a:cubicBezTo>
                  <a:lnTo>
                    <a:pt x="26" y="620"/>
                  </a:lnTo>
                  <a:lnTo>
                    <a:pt x="0" y="736"/>
                  </a:lnTo>
                  <a:lnTo>
                    <a:pt x="379" y="736"/>
                  </a:lnTo>
                  <a:cubicBezTo>
                    <a:pt x="460" y="736"/>
                    <a:pt x="533" y="707"/>
                    <a:pt x="553" y="627"/>
                  </a:cubicBezTo>
                  <a:cubicBezTo>
                    <a:pt x="574" y="545"/>
                    <a:pt x="584" y="490"/>
                    <a:pt x="596" y="424"/>
                  </a:cubicBezTo>
                  <a:cubicBezTo>
                    <a:pt x="610" y="346"/>
                    <a:pt x="563" y="289"/>
                    <a:pt x="476" y="289"/>
                  </a:cubicBezTo>
                  <a:lnTo>
                    <a:pt x="291" y="289"/>
                  </a:lnTo>
                  <a:cubicBezTo>
                    <a:pt x="272" y="289"/>
                    <a:pt x="239" y="294"/>
                    <a:pt x="245" y="260"/>
                  </a:cubicBezTo>
                  <a:cubicBezTo>
                    <a:pt x="248" y="245"/>
                    <a:pt x="250" y="228"/>
                    <a:pt x="256" y="19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1">
              <a:extLst>
                <a:ext uri="{FF2B5EF4-FFF2-40B4-BE49-F238E27FC236}">
                  <a16:creationId xmlns:a16="http://schemas.microsoft.com/office/drawing/2014/main" id="{EDA5C5F3-172D-4F4A-830E-702B788044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3674" y="4150341"/>
              <a:ext cx="38100" cy="49213"/>
            </a:xfrm>
            <a:custGeom>
              <a:avLst/>
              <a:gdLst>
                <a:gd name="T0" fmla="*/ 10 w 50"/>
                <a:gd name="T1" fmla="*/ 9 h 65"/>
                <a:gd name="T2" fmla="*/ 24 w 50"/>
                <a:gd name="T3" fmla="*/ 9 h 65"/>
                <a:gd name="T4" fmla="*/ 38 w 50"/>
                <a:gd name="T5" fmla="*/ 18 h 65"/>
                <a:gd name="T6" fmla="*/ 22 w 50"/>
                <a:gd name="T7" fmla="*/ 29 h 65"/>
                <a:gd name="T8" fmla="*/ 10 w 50"/>
                <a:gd name="T9" fmla="*/ 29 h 65"/>
                <a:gd name="T10" fmla="*/ 10 w 50"/>
                <a:gd name="T11" fmla="*/ 9 h 65"/>
                <a:gd name="T12" fmla="*/ 0 w 50"/>
                <a:gd name="T13" fmla="*/ 65 h 65"/>
                <a:gd name="T14" fmla="*/ 10 w 50"/>
                <a:gd name="T15" fmla="*/ 65 h 65"/>
                <a:gd name="T16" fmla="*/ 10 w 50"/>
                <a:gd name="T17" fmla="*/ 37 h 65"/>
                <a:gd name="T18" fmla="*/ 21 w 50"/>
                <a:gd name="T19" fmla="*/ 37 h 65"/>
                <a:gd name="T20" fmla="*/ 39 w 50"/>
                <a:gd name="T21" fmla="*/ 65 h 65"/>
                <a:gd name="T22" fmla="*/ 50 w 50"/>
                <a:gd name="T23" fmla="*/ 65 h 65"/>
                <a:gd name="T24" fmla="*/ 31 w 50"/>
                <a:gd name="T25" fmla="*/ 37 h 65"/>
                <a:gd name="T26" fmla="*/ 48 w 50"/>
                <a:gd name="T27" fmla="*/ 19 h 65"/>
                <a:gd name="T28" fmla="*/ 25 w 50"/>
                <a:gd name="T29" fmla="*/ 0 h 65"/>
                <a:gd name="T30" fmla="*/ 0 w 50"/>
                <a:gd name="T31" fmla="*/ 0 h 65"/>
                <a:gd name="T32" fmla="*/ 0 w 50"/>
                <a:gd name="T3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5">
                  <a:moveTo>
                    <a:pt x="10" y="9"/>
                  </a:moveTo>
                  <a:lnTo>
                    <a:pt x="24" y="9"/>
                  </a:lnTo>
                  <a:cubicBezTo>
                    <a:pt x="30" y="9"/>
                    <a:pt x="38" y="10"/>
                    <a:pt x="38" y="18"/>
                  </a:cubicBezTo>
                  <a:cubicBezTo>
                    <a:pt x="38" y="28"/>
                    <a:pt x="30" y="29"/>
                    <a:pt x="22" y="29"/>
                  </a:cubicBezTo>
                  <a:lnTo>
                    <a:pt x="10" y="29"/>
                  </a:lnTo>
                  <a:lnTo>
                    <a:pt x="10" y="9"/>
                  </a:lnTo>
                  <a:close/>
                  <a:moveTo>
                    <a:pt x="0" y="65"/>
                  </a:moveTo>
                  <a:lnTo>
                    <a:pt x="10" y="65"/>
                  </a:lnTo>
                  <a:lnTo>
                    <a:pt x="10" y="37"/>
                  </a:lnTo>
                  <a:lnTo>
                    <a:pt x="21" y="37"/>
                  </a:lnTo>
                  <a:lnTo>
                    <a:pt x="39" y="65"/>
                  </a:lnTo>
                  <a:lnTo>
                    <a:pt x="50" y="65"/>
                  </a:lnTo>
                  <a:lnTo>
                    <a:pt x="31" y="37"/>
                  </a:lnTo>
                  <a:cubicBezTo>
                    <a:pt x="41" y="35"/>
                    <a:pt x="48" y="30"/>
                    <a:pt x="48" y="19"/>
                  </a:cubicBezTo>
                  <a:cubicBezTo>
                    <a:pt x="48" y="6"/>
                    <a:pt x="40" y="0"/>
                    <a:pt x="25" y="0"/>
                  </a:cubicBez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8D64C8D6-3F5B-7F43-92E8-67173E49A7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6687" y="4131291"/>
              <a:ext cx="87313" cy="85725"/>
            </a:xfrm>
            <a:custGeom>
              <a:avLst/>
              <a:gdLst>
                <a:gd name="T0" fmla="*/ 103 w 114"/>
                <a:gd name="T1" fmla="*/ 57 h 113"/>
                <a:gd name="T2" fmla="*/ 57 w 114"/>
                <a:gd name="T3" fmla="*/ 104 h 113"/>
                <a:gd name="T4" fmla="*/ 11 w 114"/>
                <a:gd name="T5" fmla="*/ 57 h 113"/>
                <a:gd name="T6" fmla="*/ 57 w 114"/>
                <a:gd name="T7" fmla="*/ 10 h 113"/>
                <a:gd name="T8" fmla="*/ 103 w 114"/>
                <a:gd name="T9" fmla="*/ 57 h 113"/>
                <a:gd name="T10" fmla="*/ 0 w 114"/>
                <a:gd name="T11" fmla="*/ 57 h 113"/>
                <a:gd name="T12" fmla="*/ 57 w 114"/>
                <a:gd name="T13" fmla="*/ 113 h 113"/>
                <a:gd name="T14" fmla="*/ 114 w 114"/>
                <a:gd name="T15" fmla="*/ 57 h 113"/>
                <a:gd name="T16" fmla="*/ 57 w 114"/>
                <a:gd name="T17" fmla="*/ 0 h 113"/>
                <a:gd name="T18" fmla="*/ 0 w 114"/>
                <a:gd name="T1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3" y="57"/>
                  </a:moveTo>
                  <a:cubicBezTo>
                    <a:pt x="103" y="84"/>
                    <a:pt x="83" y="104"/>
                    <a:pt x="57" y="104"/>
                  </a:cubicBezTo>
                  <a:cubicBezTo>
                    <a:pt x="31" y="104"/>
                    <a:pt x="11" y="84"/>
                    <a:pt x="11" y="57"/>
                  </a:cubicBezTo>
                  <a:cubicBezTo>
                    <a:pt x="11" y="30"/>
                    <a:pt x="31" y="10"/>
                    <a:pt x="57" y="10"/>
                  </a:cubicBezTo>
                  <a:cubicBezTo>
                    <a:pt x="83" y="10"/>
                    <a:pt x="103" y="30"/>
                    <a:pt x="103" y="57"/>
                  </a:cubicBezTo>
                  <a:close/>
                  <a:moveTo>
                    <a:pt x="0" y="57"/>
                  </a:moveTo>
                  <a:cubicBezTo>
                    <a:pt x="0" y="89"/>
                    <a:pt x="26" y="113"/>
                    <a:pt x="57" y="113"/>
                  </a:cubicBezTo>
                  <a:cubicBezTo>
                    <a:pt x="88" y="113"/>
                    <a:pt x="114" y="89"/>
                    <a:pt x="114" y="57"/>
                  </a:cubicBezTo>
                  <a:cubicBezTo>
                    <a:pt x="114" y="24"/>
                    <a:pt x="88" y="0"/>
                    <a:pt x="57" y="0"/>
                  </a:cubicBezTo>
                  <a:cubicBezTo>
                    <a:pt x="26" y="0"/>
                    <a:pt x="0" y="24"/>
                    <a:pt x="0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4528EECA-E735-434D-B0C2-BAF6538D9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47308" y="2756592"/>
            <a:ext cx="5191892" cy="1641602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340"/>
              </a:lnSpc>
              <a:defRPr sz="4200" b="0" i="0" cap="none" spc="90" baseline="0">
                <a:solidFill>
                  <a:schemeClr val="bg1"/>
                </a:solidFill>
                <a:effectLst/>
                <a:latin typeface="Gill Sans MT" panose="020B0502020104020203" pitchFamily="34" charset="77"/>
                <a:ea typeface="Gill Sans MT" panose="020B0502020104020203" pitchFamily="34" charset="77"/>
                <a:cs typeface="Gill Sans MT" panose="020B0502020104020203" pitchFamily="34" charset="77"/>
              </a:defRPr>
            </a:lvl1pPr>
          </a:lstStyle>
          <a:p>
            <a:r>
              <a:rPr lang="en-US" dirty="0"/>
              <a:t>Cover Option #13</a:t>
            </a:r>
            <a:br>
              <a:rPr lang="en-US" dirty="0"/>
            </a:br>
            <a:r>
              <a:rPr lang="en-US" dirty="0"/>
              <a:t>Gill Sans MT Regular 42 Pt White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9810E3F-888A-C943-99C3-22BAB9D430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308" y="4397818"/>
            <a:ext cx="5191893" cy="61244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12700" marR="0" indent="-12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="0" i="0" baseline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  <a:lvl2pPr marL="342900" indent="0">
              <a:buNone/>
              <a:defRPr sz="1100"/>
            </a:lvl2pPr>
            <a:lvl3pPr marL="742950" indent="0">
              <a:buNone/>
              <a:defRPr sz="1100"/>
            </a:lvl3pPr>
            <a:lvl4pPr marL="10287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Date and/or Name of Speaker</a:t>
            </a:r>
            <a:br>
              <a:rPr lang="en-US" dirty="0"/>
            </a:br>
            <a:r>
              <a:rPr lang="en-US" dirty="0"/>
              <a:t>Gill Sans MT Regular 12 pt. White</a:t>
            </a:r>
          </a:p>
        </p:txBody>
      </p:sp>
    </p:spTree>
    <p:extLst>
      <p:ext uri="{BB962C8B-B14F-4D97-AF65-F5344CB8AC3E}">
        <p14:creationId xmlns:p14="http://schemas.microsoft.com/office/powerpoint/2010/main" val="37778647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9A49E9-D3F2-EF4D-B6E7-D64046307BD7}"/>
              </a:ext>
            </a:extLst>
          </p:cNvPr>
          <p:cNvSpPr/>
          <p:nvPr userDrawn="1"/>
        </p:nvSpPr>
        <p:spPr>
          <a:xfrm>
            <a:off x="1092095" y="0"/>
            <a:ext cx="8051905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9">
            <a:extLst>
              <a:ext uri="{FF2B5EF4-FFF2-40B4-BE49-F238E27FC236}">
                <a16:creationId xmlns:a16="http://schemas.microsoft.com/office/drawing/2014/main" id="{09EF8F9F-D735-604D-97A0-7891A519F95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461372" y="1123951"/>
            <a:ext cx="7377827" cy="25908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>
              <a:lnSpc>
                <a:spcPts val="42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1. Section Divider Title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52C6CF6-5526-7F48-93AC-5AE6E575819E}"/>
              </a:ext>
            </a:extLst>
          </p:cNvPr>
          <p:cNvGrpSpPr/>
          <p:nvPr userDrawn="1"/>
        </p:nvGrpSpPr>
        <p:grpSpPr>
          <a:xfrm>
            <a:off x="342900" y="4889985"/>
            <a:ext cx="482515" cy="158265"/>
            <a:chOff x="6710369" y="2087303"/>
            <a:chExt cx="413131" cy="135507"/>
          </a:xfrm>
          <a:solidFill>
            <a:schemeClr val="accent2"/>
          </a:solidFill>
        </p:grpSpPr>
        <p:sp>
          <p:nvSpPr>
            <p:cNvPr id="47" name="Freeform 629">
              <a:extLst>
                <a:ext uri="{FF2B5EF4-FFF2-40B4-BE49-F238E27FC236}">
                  <a16:creationId xmlns:a16="http://schemas.microsoft.com/office/drawing/2014/main" id="{FE14FEBB-644F-8440-8E8C-B1FC901196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8077" y="2206285"/>
              <a:ext cx="9916" cy="12119"/>
            </a:xfrm>
            <a:custGeom>
              <a:avLst/>
              <a:gdLst>
                <a:gd name="T0" fmla="*/ 4 w 17"/>
                <a:gd name="T1" fmla="*/ 3 h 23"/>
                <a:gd name="T2" fmla="*/ 8 w 17"/>
                <a:gd name="T3" fmla="*/ 3 h 23"/>
                <a:gd name="T4" fmla="*/ 13 w 17"/>
                <a:gd name="T5" fmla="*/ 6 h 23"/>
                <a:gd name="T6" fmla="*/ 8 w 17"/>
                <a:gd name="T7" fmla="*/ 10 h 23"/>
                <a:gd name="T8" fmla="*/ 4 w 17"/>
                <a:gd name="T9" fmla="*/ 10 h 23"/>
                <a:gd name="T10" fmla="*/ 4 w 17"/>
                <a:gd name="T11" fmla="*/ 3 h 23"/>
                <a:gd name="T12" fmla="*/ 0 w 17"/>
                <a:gd name="T13" fmla="*/ 23 h 23"/>
                <a:gd name="T14" fmla="*/ 4 w 17"/>
                <a:gd name="T15" fmla="*/ 23 h 23"/>
                <a:gd name="T16" fmla="*/ 4 w 17"/>
                <a:gd name="T17" fmla="*/ 13 h 23"/>
                <a:gd name="T18" fmla="*/ 8 w 17"/>
                <a:gd name="T19" fmla="*/ 13 h 23"/>
                <a:gd name="T20" fmla="*/ 14 w 17"/>
                <a:gd name="T21" fmla="*/ 23 h 23"/>
                <a:gd name="T22" fmla="*/ 17 w 17"/>
                <a:gd name="T23" fmla="*/ 23 h 23"/>
                <a:gd name="T24" fmla="*/ 11 w 17"/>
                <a:gd name="T25" fmla="*/ 13 h 23"/>
                <a:gd name="T26" fmla="*/ 17 w 17"/>
                <a:gd name="T27" fmla="*/ 7 h 23"/>
                <a:gd name="T28" fmla="*/ 9 w 17"/>
                <a:gd name="T29" fmla="*/ 0 h 23"/>
                <a:gd name="T30" fmla="*/ 0 w 17"/>
                <a:gd name="T31" fmla="*/ 0 h 23"/>
                <a:gd name="T32" fmla="*/ 0 w 17"/>
                <a:gd name="T33" fmla="*/ 23 h 23"/>
                <a:gd name="T34" fmla="*/ 0 w 17"/>
                <a:gd name="T3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" h="23">
                  <a:moveTo>
                    <a:pt x="4" y="3"/>
                  </a:moveTo>
                  <a:lnTo>
                    <a:pt x="8" y="3"/>
                  </a:lnTo>
                  <a:cubicBezTo>
                    <a:pt x="11" y="3"/>
                    <a:pt x="13" y="4"/>
                    <a:pt x="13" y="6"/>
                  </a:cubicBezTo>
                  <a:cubicBezTo>
                    <a:pt x="13" y="10"/>
                    <a:pt x="11" y="10"/>
                    <a:pt x="8" y="10"/>
                  </a:cubicBezTo>
                  <a:lnTo>
                    <a:pt x="4" y="10"/>
                  </a:lnTo>
                  <a:lnTo>
                    <a:pt x="4" y="3"/>
                  </a:lnTo>
                  <a:close/>
                  <a:moveTo>
                    <a:pt x="0" y="23"/>
                  </a:moveTo>
                  <a:lnTo>
                    <a:pt x="4" y="23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14" y="23"/>
                  </a:lnTo>
                  <a:lnTo>
                    <a:pt x="17" y="23"/>
                  </a:lnTo>
                  <a:lnTo>
                    <a:pt x="11" y="13"/>
                  </a:lnTo>
                  <a:cubicBezTo>
                    <a:pt x="14" y="12"/>
                    <a:pt x="17" y="11"/>
                    <a:pt x="17" y="7"/>
                  </a:cubicBezTo>
                  <a:cubicBezTo>
                    <a:pt x="17" y="2"/>
                    <a:pt x="14" y="0"/>
                    <a:pt x="9" y="0"/>
                  </a:cubicBezTo>
                  <a:lnTo>
                    <a:pt x="0" y="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630">
              <a:extLst>
                <a:ext uri="{FF2B5EF4-FFF2-40B4-BE49-F238E27FC236}">
                  <a16:creationId xmlns:a16="http://schemas.microsoft.com/office/drawing/2014/main" id="{524BD4D5-6A5F-FE40-8E8F-18DC1E4D11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2568" y="2201878"/>
              <a:ext cx="20932" cy="20932"/>
            </a:xfrm>
            <a:custGeom>
              <a:avLst/>
              <a:gdLst>
                <a:gd name="T0" fmla="*/ 36 w 40"/>
                <a:gd name="T1" fmla="*/ 19 h 39"/>
                <a:gd name="T2" fmla="*/ 20 w 40"/>
                <a:gd name="T3" fmla="*/ 36 h 39"/>
                <a:gd name="T4" fmla="*/ 4 w 40"/>
                <a:gd name="T5" fmla="*/ 19 h 39"/>
                <a:gd name="T6" fmla="*/ 20 w 40"/>
                <a:gd name="T7" fmla="*/ 3 h 39"/>
                <a:gd name="T8" fmla="*/ 36 w 40"/>
                <a:gd name="T9" fmla="*/ 19 h 39"/>
                <a:gd name="T10" fmla="*/ 0 w 40"/>
                <a:gd name="T11" fmla="*/ 19 h 39"/>
                <a:gd name="T12" fmla="*/ 20 w 40"/>
                <a:gd name="T13" fmla="*/ 39 h 39"/>
                <a:gd name="T14" fmla="*/ 40 w 40"/>
                <a:gd name="T15" fmla="*/ 19 h 39"/>
                <a:gd name="T16" fmla="*/ 20 w 40"/>
                <a:gd name="T17" fmla="*/ 0 h 39"/>
                <a:gd name="T18" fmla="*/ 0 w 40"/>
                <a:gd name="T19" fmla="*/ 19 h 39"/>
                <a:gd name="T20" fmla="*/ 0 w 40"/>
                <a:gd name="T2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39">
                  <a:moveTo>
                    <a:pt x="36" y="19"/>
                  </a:moveTo>
                  <a:cubicBezTo>
                    <a:pt x="36" y="29"/>
                    <a:pt x="29" y="36"/>
                    <a:pt x="20" y="36"/>
                  </a:cubicBezTo>
                  <a:cubicBezTo>
                    <a:pt x="11" y="36"/>
                    <a:pt x="4" y="29"/>
                    <a:pt x="4" y="19"/>
                  </a:cubicBezTo>
                  <a:cubicBezTo>
                    <a:pt x="4" y="10"/>
                    <a:pt x="11" y="3"/>
                    <a:pt x="20" y="3"/>
                  </a:cubicBezTo>
                  <a:cubicBezTo>
                    <a:pt x="29" y="3"/>
                    <a:pt x="36" y="10"/>
                    <a:pt x="36" y="19"/>
                  </a:cubicBezTo>
                  <a:close/>
                  <a:moveTo>
                    <a:pt x="0" y="19"/>
                  </a:moveTo>
                  <a:cubicBezTo>
                    <a:pt x="0" y="31"/>
                    <a:pt x="9" y="39"/>
                    <a:pt x="20" y="39"/>
                  </a:cubicBezTo>
                  <a:cubicBezTo>
                    <a:pt x="31" y="39"/>
                    <a:pt x="40" y="31"/>
                    <a:pt x="40" y="19"/>
                  </a:cubicBezTo>
                  <a:cubicBezTo>
                    <a:pt x="40" y="8"/>
                    <a:pt x="31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631">
              <a:extLst>
                <a:ext uri="{FF2B5EF4-FFF2-40B4-BE49-F238E27FC236}">
                  <a16:creationId xmlns:a16="http://schemas.microsoft.com/office/drawing/2014/main" id="{DF021478-52D4-7340-A819-85C0539AD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927" y="2090607"/>
              <a:ext cx="116779" cy="132202"/>
            </a:xfrm>
            <a:custGeom>
              <a:avLst/>
              <a:gdLst>
                <a:gd name="T0" fmla="*/ 173 w 221"/>
                <a:gd name="T1" fmla="*/ 250 h 250"/>
                <a:gd name="T2" fmla="*/ 221 w 221"/>
                <a:gd name="T3" fmla="*/ 250 h 250"/>
                <a:gd name="T4" fmla="*/ 192 w 221"/>
                <a:gd name="T5" fmla="*/ 0 h 250"/>
                <a:gd name="T6" fmla="*/ 137 w 221"/>
                <a:gd name="T7" fmla="*/ 0 h 250"/>
                <a:gd name="T8" fmla="*/ 0 w 221"/>
                <a:gd name="T9" fmla="*/ 250 h 250"/>
                <a:gd name="T10" fmla="*/ 52 w 221"/>
                <a:gd name="T11" fmla="*/ 250 h 250"/>
                <a:gd name="T12" fmla="*/ 80 w 221"/>
                <a:gd name="T13" fmla="*/ 200 h 250"/>
                <a:gd name="T14" fmla="*/ 155 w 221"/>
                <a:gd name="T15" fmla="*/ 200 h 250"/>
                <a:gd name="T16" fmla="*/ 163 w 221"/>
                <a:gd name="T17" fmla="*/ 163 h 250"/>
                <a:gd name="T18" fmla="*/ 99 w 221"/>
                <a:gd name="T19" fmla="*/ 163 h 250"/>
                <a:gd name="T20" fmla="*/ 99 w 221"/>
                <a:gd name="T21" fmla="*/ 163 h 250"/>
                <a:gd name="T22" fmla="*/ 154 w 221"/>
                <a:gd name="T23" fmla="*/ 68 h 250"/>
                <a:gd name="T24" fmla="*/ 173 w 221"/>
                <a:gd name="T25" fmla="*/ 250 h 250"/>
                <a:gd name="T26" fmla="*/ 173 w 221"/>
                <a:gd name="T27" fmla="*/ 25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50">
                  <a:moveTo>
                    <a:pt x="173" y="250"/>
                  </a:moveTo>
                  <a:lnTo>
                    <a:pt x="221" y="250"/>
                  </a:lnTo>
                  <a:lnTo>
                    <a:pt x="192" y="0"/>
                  </a:lnTo>
                  <a:lnTo>
                    <a:pt x="137" y="0"/>
                  </a:lnTo>
                  <a:lnTo>
                    <a:pt x="0" y="250"/>
                  </a:lnTo>
                  <a:lnTo>
                    <a:pt x="52" y="250"/>
                  </a:lnTo>
                  <a:cubicBezTo>
                    <a:pt x="52" y="250"/>
                    <a:pt x="79" y="202"/>
                    <a:pt x="80" y="200"/>
                  </a:cubicBezTo>
                  <a:lnTo>
                    <a:pt x="155" y="200"/>
                  </a:lnTo>
                  <a:lnTo>
                    <a:pt x="163" y="163"/>
                  </a:lnTo>
                  <a:lnTo>
                    <a:pt x="99" y="163"/>
                  </a:lnTo>
                  <a:cubicBezTo>
                    <a:pt x="99" y="163"/>
                    <a:pt x="99" y="163"/>
                    <a:pt x="99" y="163"/>
                  </a:cubicBezTo>
                  <a:cubicBezTo>
                    <a:pt x="103" y="155"/>
                    <a:pt x="152" y="70"/>
                    <a:pt x="154" y="68"/>
                  </a:cubicBezTo>
                  <a:cubicBezTo>
                    <a:pt x="154" y="70"/>
                    <a:pt x="173" y="250"/>
                    <a:pt x="173" y="250"/>
                  </a:cubicBezTo>
                  <a:lnTo>
                    <a:pt x="173" y="250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632">
              <a:extLst>
                <a:ext uri="{FF2B5EF4-FFF2-40B4-BE49-F238E27FC236}">
                  <a16:creationId xmlns:a16="http://schemas.microsoft.com/office/drawing/2014/main" id="{549DCCF0-A4B8-E442-877C-A56206E04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824" y="2090607"/>
              <a:ext cx="56186" cy="132202"/>
            </a:xfrm>
            <a:custGeom>
              <a:avLst/>
              <a:gdLst>
                <a:gd name="T0" fmla="*/ 51 w 51"/>
                <a:gd name="T1" fmla="*/ 0 h 120"/>
                <a:gd name="T2" fmla="*/ 25 w 51"/>
                <a:gd name="T3" fmla="*/ 0 h 120"/>
                <a:gd name="T4" fmla="*/ 0 w 51"/>
                <a:gd name="T5" fmla="*/ 120 h 120"/>
                <a:gd name="T6" fmla="*/ 27 w 51"/>
                <a:gd name="T7" fmla="*/ 120 h 120"/>
                <a:gd name="T8" fmla="*/ 51 w 51"/>
                <a:gd name="T9" fmla="*/ 0 h 120"/>
                <a:gd name="T10" fmla="*/ 51 w 51"/>
                <a:gd name="T1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20">
                  <a:moveTo>
                    <a:pt x="51" y="0"/>
                  </a:moveTo>
                  <a:lnTo>
                    <a:pt x="25" y="0"/>
                  </a:lnTo>
                  <a:lnTo>
                    <a:pt x="0" y="120"/>
                  </a:lnTo>
                  <a:lnTo>
                    <a:pt x="27" y="120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633">
              <a:extLst>
                <a:ext uri="{FF2B5EF4-FFF2-40B4-BE49-F238E27FC236}">
                  <a16:creationId xmlns:a16="http://schemas.microsoft.com/office/drawing/2014/main" id="{E56EAB33-2304-7647-9C8F-64AF08C90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12" y="2090607"/>
              <a:ext cx="113474" cy="132202"/>
            </a:xfrm>
            <a:custGeom>
              <a:avLst/>
              <a:gdLst>
                <a:gd name="T0" fmla="*/ 78 w 215"/>
                <a:gd name="T1" fmla="*/ 62 h 250"/>
                <a:gd name="T2" fmla="*/ 100 w 215"/>
                <a:gd name="T3" fmla="*/ 40 h 250"/>
                <a:gd name="T4" fmla="*/ 205 w 215"/>
                <a:gd name="T5" fmla="*/ 40 h 250"/>
                <a:gd name="T6" fmla="*/ 215 w 215"/>
                <a:gd name="T7" fmla="*/ 0 h 250"/>
                <a:gd name="T8" fmla="*/ 87 w 215"/>
                <a:gd name="T9" fmla="*/ 0 h 250"/>
                <a:gd name="T10" fmla="*/ 32 w 215"/>
                <a:gd name="T11" fmla="*/ 66 h 250"/>
                <a:gd name="T12" fmla="*/ 6 w 215"/>
                <a:gd name="T13" fmla="*/ 190 h 250"/>
                <a:gd name="T14" fmla="*/ 57 w 215"/>
                <a:gd name="T15" fmla="*/ 250 h 250"/>
                <a:gd name="T16" fmla="*/ 174 w 215"/>
                <a:gd name="T17" fmla="*/ 250 h 250"/>
                <a:gd name="T18" fmla="*/ 183 w 215"/>
                <a:gd name="T19" fmla="*/ 209 h 250"/>
                <a:gd name="T20" fmla="*/ 75 w 215"/>
                <a:gd name="T21" fmla="*/ 209 h 250"/>
                <a:gd name="T22" fmla="*/ 57 w 215"/>
                <a:gd name="T23" fmla="*/ 180 h 250"/>
                <a:gd name="T24" fmla="*/ 68 w 215"/>
                <a:gd name="T25" fmla="*/ 121 h 250"/>
                <a:gd name="T26" fmla="*/ 68 w 215"/>
                <a:gd name="T27" fmla="*/ 121 h 250"/>
                <a:gd name="T28" fmla="*/ 78 w 215"/>
                <a:gd name="T29" fmla="*/ 62 h 250"/>
                <a:gd name="T30" fmla="*/ 78 w 215"/>
                <a:gd name="T31" fmla="*/ 62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5" h="250">
                  <a:moveTo>
                    <a:pt x="78" y="62"/>
                  </a:moveTo>
                  <a:cubicBezTo>
                    <a:pt x="80" y="54"/>
                    <a:pt x="82" y="40"/>
                    <a:pt x="100" y="40"/>
                  </a:cubicBezTo>
                  <a:cubicBezTo>
                    <a:pt x="110" y="40"/>
                    <a:pt x="205" y="40"/>
                    <a:pt x="205" y="40"/>
                  </a:cubicBezTo>
                  <a:lnTo>
                    <a:pt x="215" y="0"/>
                  </a:lnTo>
                  <a:cubicBezTo>
                    <a:pt x="215" y="0"/>
                    <a:pt x="122" y="0"/>
                    <a:pt x="87" y="0"/>
                  </a:cubicBezTo>
                  <a:cubicBezTo>
                    <a:pt x="38" y="0"/>
                    <a:pt x="35" y="50"/>
                    <a:pt x="32" y="66"/>
                  </a:cubicBezTo>
                  <a:cubicBezTo>
                    <a:pt x="28" y="83"/>
                    <a:pt x="7" y="185"/>
                    <a:pt x="6" y="190"/>
                  </a:cubicBezTo>
                  <a:cubicBezTo>
                    <a:pt x="0" y="219"/>
                    <a:pt x="15" y="250"/>
                    <a:pt x="57" y="250"/>
                  </a:cubicBezTo>
                  <a:lnTo>
                    <a:pt x="174" y="250"/>
                  </a:lnTo>
                  <a:lnTo>
                    <a:pt x="183" y="209"/>
                  </a:lnTo>
                  <a:lnTo>
                    <a:pt x="75" y="209"/>
                  </a:lnTo>
                  <a:cubicBezTo>
                    <a:pt x="55" y="209"/>
                    <a:pt x="54" y="197"/>
                    <a:pt x="57" y="180"/>
                  </a:cubicBezTo>
                  <a:lnTo>
                    <a:pt x="68" y="121"/>
                  </a:lnTo>
                  <a:lnTo>
                    <a:pt x="68" y="121"/>
                  </a:lnTo>
                  <a:cubicBezTo>
                    <a:pt x="68" y="121"/>
                    <a:pt x="74" y="85"/>
                    <a:pt x="78" y="62"/>
                  </a:cubicBezTo>
                  <a:lnTo>
                    <a:pt x="78" y="62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634">
              <a:extLst>
                <a:ext uri="{FF2B5EF4-FFF2-40B4-BE49-F238E27FC236}">
                  <a16:creationId xmlns:a16="http://schemas.microsoft.com/office/drawing/2014/main" id="{607817C8-4C53-8543-93D1-819082E85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0369" y="2087303"/>
              <a:ext cx="117881" cy="135507"/>
            </a:xfrm>
            <a:custGeom>
              <a:avLst/>
              <a:gdLst>
                <a:gd name="T0" fmla="*/ 88 w 223"/>
                <a:gd name="T1" fmla="*/ 68 h 255"/>
                <a:gd name="T2" fmla="*/ 113 w 223"/>
                <a:gd name="T3" fmla="*/ 45 h 255"/>
                <a:gd name="T4" fmla="*/ 214 w 223"/>
                <a:gd name="T5" fmla="*/ 45 h 255"/>
                <a:gd name="T6" fmla="*/ 223 w 223"/>
                <a:gd name="T7" fmla="*/ 5 h 255"/>
                <a:gd name="T8" fmla="*/ 102 w 223"/>
                <a:gd name="T9" fmla="*/ 5 h 255"/>
                <a:gd name="T10" fmla="*/ 42 w 223"/>
                <a:gd name="T11" fmla="*/ 64 h 255"/>
                <a:gd name="T12" fmla="*/ 35 w 223"/>
                <a:gd name="T13" fmla="*/ 114 h 255"/>
                <a:gd name="T14" fmla="*/ 69 w 223"/>
                <a:gd name="T15" fmla="*/ 143 h 255"/>
                <a:gd name="T16" fmla="*/ 142 w 223"/>
                <a:gd name="T17" fmla="*/ 143 h 255"/>
                <a:gd name="T18" fmla="*/ 155 w 223"/>
                <a:gd name="T19" fmla="*/ 152 h 255"/>
                <a:gd name="T20" fmla="*/ 145 w 223"/>
                <a:gd name="T21" fmla="*/ 203 h 255"/>
                <a:gd name="T22" fmla="*/ 113 w 223"/>
                <a:gd name="T23" fmla="*/ 214 h 255"/>
                <a:gd name="T24" fmla="*/ 9 w 223"/>
                <a:gd name="T25" fmla="*/ 214 h 255"/>
                <a:gd name="T26" fmla="*/ 0 w 223"/>
                <a:gd name="T27" fmla="*/ 255 h 255"/>
                <a:gd name="T28" fmla="*/ 131 w 223"/>
                <a:gd name="T29" fmla="*/ 255 h 255"/>
                <a:gd name="T30" fmla="*/ 191 w 223"/>
                <a:gd name="T31" fmla="*/ 217 h 255"/>
                <a:gd name="T32" fmla="*/ 205 w 223"/>
                <a:gd name="T33" fmla="*/ 147 h 255"/>
                <a:gd name="T34" fmla="*/ 164 w 223"/>
                <a:gd name="T35" fmla="*/ 100 h 255"/>
                <a:gd name="T36" fmla="*/ 100 w 223"/>
                <a:gd name="T37" fmla="*/ 100 h 255"/>
                <a:gd name="T38" fmla="*/ 85 w 223"/>
                <a:gd name="T39" fmla="*/ 90 h 255"/>
                <a:gd name="T40" fmla="*/ 88 w 223"/>
                <a:gd name="T41" fmla="*/ 68 h 255"/>
                <a:gd name="T42" fmla="*/ 88 w 223"/>
                <a:gd name="T43" fmla="*/ 68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3" h="255">
                  <a:moveTo>
                    <a:pt x="88" y="68"/>
                  </a:moveTo>
                  <a:cubicBezTo>
                    <a:pt x="92" y="51"/>
                    <a:pt x="90" y="45"/>
                    <a:pt x="113" y="45"/>
                  </a:cubicBezTo>
                  <a:cubicBezTo>
                    <a:pt x="145" y="45"/>
                    <a:pt x="214" y="45"/>
                    <a:pt x="214" y="45"/>
                  </a:cubicBezTo>
                  <a:lnTo>
                    <a:pt x="223" y="5"/>
                  </a:lnTo>
                  <a:cubicBezTo>
                    <a:pt x="223" y="5"/>
                    <a:pt x="148" y="5"/>
                    <a:pt x="102" y="5"/>
                  </a:cubicBezTo>
                  <a:cubicBezTo>
                    <a:pt x="86" y="5"/>
                    <a:pt x="51" y="0"/>
                    <a:pt x="42" y="64"/>
                  </a:cubicBezTo>
                  <a:cubicBezTo>
                    <a:pt x="38" y="92"/>
                    <a:pt x="35" y="105"/>
                    <a:pt x="35" y="114"/>
                  </a:cubicBezTo>
                  <a:cubicBezTo>
                    <a:pt x="33" y="137"/>
                    <a:pt x="53" y="143"/>
                    <a:pt x="69" y="143"/>
                  </a:cubicBezTo>
                  <a:cubicBezTo>
                    <a:pt x="92" y="143"/>
                    <a:pt x="142" y="143"/>
                    <a:pt x="142" y="143"/>
                  </a:cubicBezTo>
                  <a:cubicBezTo>
                    <a:pt x="153" y="143"/>
                    <a:pt x="157" y="143"/>
                    <a:pt x="155" y="152"/>
                  </a:cubicBezTo>
                  <a:cubicBezTo>
                    <a:pt x="153" y="166"/>
                    <a:pt x="147" y="194"/>
                    <a:pt x="145" y="203"/>
                  </a:cubicBezTo>
                  <a:cubicBezTo>
                    <a:pt x="143" y="216"/>
                    <a:pt x="127" y="214"/>
                    <a:pt x="113" y="214"/>
                  </a:cubicBezTo>
                  <a:lnTo>
                    <a:pt x="9" y="214"/>
                  </a:lnTo>
                  <a:lnTo>
                    <a:pt x="0" y="255"/>
                  </a:lnTo>
                  <a:lnTo>
                    <a:pt x="131" y="255"/>
                  </a:lnTo>
                  <a:cubicBezTo>
                    <a:pt x="158" y="255"/>
                    <a:pt x="184" y="245"/>
                    <a:pt x="191" y="217"/>
                  </a:cubicBezTo>
                  <a:cubicBezTo>
                    <a:pt x="198" y="189"/>
                    <a:pt x="201" y="169"/>
                    <a:pt x="205" y="147"/>
                  </a:cubicBezTo>
                  <a:cubicBezTo>
                    <a:pt x="210" y="120"/>
                    <a:pt x="194" y="100"/>
                    <a:pt x="164" y="100"/>
                  </a:cubicBezTo>
                  <a:lnTo>
                    <a:pt x="100" y="100"/>
                  </a:lnTo>
                  <a:cubicBezTo>
                    <a:pt x="94" y="100"/>
                    <a:pt x="82" y="102"/>
                    <a:pt x="85" y="90"/>
                  </a:cubicBezTo>
                  <a:cubicBezTo>
                    <a:pt x="85" y="85"/>
                    <a:pt x="86" y="79"/>
                    <a:pt x="88" y="68"/>
                  </a:cubicBezTo>
                  <a:lnTo>
                    <a:pt x="88" y="68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07230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81689CA-2AD9-1D47-B1DF-8821F03F6E76}"/>
              </a:ext>
            </a:extLst>
          </p:cNvPr>
          <p:cNvSpPr/>
          <p:nvPr userDrawn="1"/>
        </p:nvSpPr>
        <p:spPr>
          <a:xfrm>
            <a:off x="1092095" y="0"/>
            <a:ext cx="8051905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5323F7-6DA6-594C-92C7-1523A510B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1372" y="1123950"/>
            <a:ext cx="7377827" cy="25907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ts val="42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1. Section Divider Title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C61497C-6F4B-A841-BC23-B19ADCBE70B5}"/>
              </a:ext>
            </a:extLst>
          </p:cNvPr>
          <p:cNvGrpSpPr/>
          <p:nvPr userDrawn="1"/>
        </p:nvGrpSpPr>
        <p:grpSpPr>
          <a:xfrm>
            <a:off x="342900" y="4889985"/>
            <a:ext cx="482515" cy="158265"/>
            <a:chOff x="6710369" y="2087303"/>
            <a:chExt cx="413131" cy="135507"/>
          </a:xfrm>
          <a:solidFill>
            <a:schemeClr val="accent2"/>
          </a:solidFill>
        </p:grpSpPr>
        <p:sp>
          <p:nvSpPr>
            <p:cNvPr id="42" name="Freeform 629">
              <a:extLst>
                <a:ext uri="{FF2B5EF4-FFF2-40B4-BE49-F238E27FC236}">
                  <a16:creationId xmlns:a16="http://schemas.microsoft.com/office/drawing/2014/main" id="{84D62946-25FF-114B-AF03-A9165CAB1B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8077" y="2206285"/>
              <a:ext cx="9916" cy="12119"/>
            </a:xfrm>
            <a:custGeom>
              <a:avLst/>
              <a:gdLst>
                <a:gd name="T0" fmla="*/ 4 w 17"/>
                <a:gd name="T1" fmla="*/ 3 h 23"/>
                <a:gd name="T2" fmla="*/ 8 w 17"/>
                <a:gd name="T3" fmla="*/ 3 h 23"/>
                <a:gd name="T4" fmla="*/ 13 w 17"/>
                <a:gd name="T5" fmla="*/ 6 h 23"/>
                <a:gd name="T6" fmla="*/ 8 w 17"/>
                <a:gd name="T7" fmla="*/ 10 h 23"/>
                <a:gd name="T8" fmla="*/ 4 w 17"/>
                <a:gd name="T9" fmla="*/ 10 h 23"/>
                <a:gd name="T10" fmla="*/ 4 w 17"/>
                <a:gd name="T11" fmla="*/ 3 h 23"/>
                <a:gd name="T12" fmla="*/ 0 w 17"/>
                <a:gd name="T13" fmla="*/ 23 h 23"/>
                <a:gd name="T14" fmla="*/ 4 w 17"/>
                <a:gd name="T15" fmla="*/ 23 h 23"/>
                <a:gd name="T16" fmla="*/ 4 w 17"/>
                <a:gd name="T17" fmla="*/ 13 h 23"/>
                <a:gd name="T18" fmla="*/ 8 w 17"/>
                <a:gd name="T19" fmla="*/ 13 h 23"/>
                <a:gd name="T20" fmla="*/ 14 w 17"/>
                <a:gd name="T21" fmla="*/ 23 h 23"/>
                <a:gd name="T22" fmla="*/ 17 w 17"/>
                <a:gd name="T23" fmla="*/ 23 h 23"/>
                <a:gd name="T24" fmla="*/ 11 w 17"/>
                <a:gd name="T25" fmla="*/ 13 h 23"/>
                <a:gd name="T26" fmla="*/ 17 w 17"/>
                <a:gd name="T27" fmla="*/ 7 h 23"/>
                <a:gd name="T28" fmla="*/ 9 w 17"/>
                <a:gd name="T29" fmla="*/ 0 h 23"/>
                <a:gd name="T30" fmla="*/ 0 w 17"/>
                <a:gd name="T31" fmla="*/ 0 h 23"/>
                <a:gd name="T32" fmla="*/ 0 w 17"/>
                <a:gd name="T33" fmla="*/ 23 h 23"/>
                <a:gd name="T34" fmla="*/ 0 w 17"/>
                <a:gd name="T3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" h="23">
                  <a:moveTo>
                    <a:pt x="4" y="3"/>
                  </a:moveTo>
                  <a:lnTo>
                    <a:pt x="8" y="3"/>
                  </a:lnTo>
                  <a:cubicBezTo>
                    <a:pt x="11" y="3"/>
                    <a:pt x="13" y="4"/>
                    <a:pt x="13" y="6"/>
                  </a:cubicBezTo>
                  <a:cubicBezTo>
                    <a:pt x="13" y="10"/>
                    <a:pt x="11" y="10"/>
                    <a:pt x="8" y="10"/>
                  </a:cubicBezTo>
                  <a:lnTo>
                    <a:pt x="4" y="10"/>
                  </a:lnTo>
                  <a:lnTo>
                    <a:pt x="4" y="3"/>
                  </a:lnTo>
                  <a:close/>
                  <a:moveTo>
                    <a:pt x="0" y="23"/>
                  </a:moveTo>
                  <a:lnTo>
                    <a:pt x="4" y="23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14" y="23"/>
                  </a:lnTo>
                  <a:lnTo>
                    <a:pt x="17" y="23"/>
                  </a:lnTo>
                  <a:lnTo>
                    <a:pt x="11" y="13"/>
                  </a:lnTo>
                  <a:cubicBezTo>
                    <a:pt x="14" y="12"/>
                    <a:pt x="17" y="11"/>
                    <a:pt x="17" y="7"/>
                  </a:cubicBezTo>
                  <a:cubicBezTo>
                    <a:pt x="17" y="2"/>
                    <a:pt x="14" y="0"/>
                    <a:pt x="9" y="0"/>
                  </a:cubicBezTo>
                  <a:lnTo>
                    <a:pt x="0" y="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630">
              <a:extLst>
                <a:ext uri="{FF2B5EF4-FFF2-40B4-BE49-F238E27FC236}">
                  <a16:creationId xmlns:a16="http://schemas.microsoft.com/office/drawing/2014/main" id="{AF20AAF0-E5D2-B24D-ADE8-AA31665F1F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2568" y="2201878"/>
              <a:ext cx="20932" cy="20932"/>
            </a:xfrm>
            <a:custGeom>
              <a:avLst/>
              <a:gdLst>
                <a:gd name="T0" fmla="*/ 36 w 40"/>
                <a:gd name="T1" fmla="*/ 19 h 39"/>
                <a:gd name="T2" fmla="*/ 20 w 40"/>
                <a:gd name="T3" fmla="*/ 36 h 39"/>
                <a:gd name="T4" fmla="*/ 4 w 40"/>
                <a:gd name="T5" fmla="*/ 19 h 39"/>
                <a:gd name="T6" fmla="*/ 20 w 40"/>
                <a:gd name="T7" fmla="*/ 3 h 39"/>
                <a:gd name="T8" fmla="*/ 36 w 40"/>
                <a:gd name="T9" fmla="*/ 19 h 39"/>
                <a:gd name="T10" fmla="*/ 0 w 40"/>
                <a:gd name="T11" fmla="*/ 19 h 39"/>
                <a:gd name="T12" fmla="*/ 20 w 40"/>
                <a:gd name="T13" fmla="*/ 39 h 39"/>
                <a:gd name="T14" fmla="*/ 40 w 40"/>
                <a:gd name="T15" fmla="*/ 19 h 39"/>
                <a:gd name="T16" fmla="*/ 20 w 40"/>
                <a:gd name="T17" fmla="*/ 0 h 39"/>
                <a:gd name="T18" fmla="*/ 0 w 40"/>
                <a:gd name="T19" fmla="*/ 19 h 39"/>
                <a:gd name="T20" fmla="*/ 0 w 40"/>
                <a:gd name="T2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39">
                  <a:moveTo>
                    <a:pt x="36" y="19"/>
                  </a:moveTo>
                  <a:cubicBezTo>
                    <a:pt x="36" y="29"/>
                    <a:pt x="29" y="36"/>
                    <a:pt x="20" y="36"/>
                  </a:cubicBezTo>
                  <a:cubicBezTo>
                    <a:pt x="11" y="36"/>
                    <a:pt x="4" y="29"/>
                    <a:pt x="4" y="19"/>
                  </a:cubicBezTo>
                  <a:cubicBezTo>
                    <a:pt x="4" y="10"/>
                    <a:pt x="11" y="3"/>
                    <a:pt x="20" y="3"/>
                  </a:cubicBezTo>
                  <a:cubicBezTo>
                    <a:pt x="29" y="3"/>
                    <a:pt x="36" y="10"/>
                    <a:pt x="36" y="19"/>
                  </a:cubicBezTo>
                  <a:close/>
                  <a:moveTo>
                    <a:pt x="0" y="19"/>
                  </a:moveTo>
                  <a:cubicBezTo>
                    <a:pt x="0" y="31"/>
                    <a:pt x="9" y="39"/>
                    <a:pt x="20" y="39"/>
                  </a:cubicBezTo>
                  <a:cubicBezTo>
                    <a:pt x="31" y="39"/>
                    <a:pt x="40" y="31"/>
                    <a:pt x="40" y="19"/>
                  </a:cubicBezTo>
                  <a:cubicBezTo>
                    <a:pt x="40" y="8"/>
                    <a:pt x="31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31">
              <a:extLst>
                <a:ext uri="{FF2B5EF4-FFF2-40B4-BE49-F238E27FC236}">
                  <a16:creationId xmlns:a16="http://schemas.microsoft.com/office/drawing/2014/main" id="{A2C0AE9F-7365-4E4B-B5D8-5A1FF9955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927" y="2090607"/>
              <a:ext cx="116779" cy="132202"/>
            </a:xfrm>
            <a:custGeom>
              <a:avLst/>
              <a:gdLst>
                <a:gd name="T0" fmla="*/ 173 w 221"/>
                <a:gd name="T1" fmla="*/ 250 h 250"/>
                <a:gd name="T2" fmla="*/ 221 w 221"/>
                <a:gd name="T3" fmla="*/ 250 h 250"/>
                <a:gd name="T4" fmla="*/ 192 w 221"/>
                <a:gd name="T5" fmla="*/ 0 h 250"/>
                <a:gd name="T6" fmla="*/ 137 w 221"/>
                <a:gd name="T7" fmla="*/ 0 h 250"/>
                <a:gd name="T8" fmla="*/ 0 w 221"/>
                <a:gd name="T9" fmla="*/ 250 h 250"/>
                <a:gd name="T10" fmla="*/ 52 w 221"/>
                <a:gd name="T11" fmla="*/ 250 h 250"/>
                <a:gd name="T12" fmla="*/ 80 w 221"/>
                <a:gd name="T13" fmla="*/ 200 h 250"/>
                <a:gd name="T14" fmla="*/ 155 w 221"/>
                <a:gd name="T15" fmla="*/ 200 h 250"/>
                <a:gd name="T16" fmla="*/ 163 w 221"/>
                <a:gd name="T17" fmla="*/ 163 h 250"/>
                <a:gd name="T18" fmla="*/ 99 w 221"/>
                <a:gd name="T19" fmla="*/ 163 h 250"/>
                <a:gd name="T20" fmla="*/ 99 w 221"/>
                <a:gd name="T21" fmla="*/ 163 h 250"/>
                <a:gd name="T22" fmla="*/ 154 w 221"/>
                <a:gd name="T23" fmla="*/ 68 h 250"/>
                <a:gd name="T24" fmla="*/ 173 w 221"/>
                <a:gd name="T25" fmla="*/ 250 h 250"/>
                <a:gd name="T26" fmla="*/ 173 w 221"/>
                <a:gd name="T27" fmla="*/ 25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50">
                  <a:moveTo>
                    <a:pt x="173" y="250"/>
                  </a:moveTo>
                  <a:lnTo>
                    <a:pt x="221" y="250"/>
                  </a:lnTo>
                  <a:lnTo>
                    <a:pt x="192" y="0"/>
                  </a:lnTo>
                  <a:lnTo>
                    <a:pt x="137" y="0"/>
                  </a:lnTo>
                  <a:lnTo>
                    <a:pt x="0" y="250"/>
                  </a:lnTo>
                  <a:lnTo>
                    <a:pt x="52" y="250"/>
                  </a:lnTo>
                  <a:cubicBezTo>
                    <a:pt x="52" y="250"/>
                    <a:pt x="79" y="202"/>
                    <a:pt x="80" y="200"/>
                  </a:cubicBezTo>
                  <a:lnTo>
                    <a:pt x="155" y="200"/>
                  </a:lnTo>
                  <a:lnTo>
                    <a:pt x="163" y="163"/>
                  </a:lnTo>
                  <a:lnTo>
                    <a:pt x="99" y="163"/>
                  </a:lnTo>
                  <a:cubicBezTo>
                    <a:pt x="99" y="163"/>
                    <a:pt x="99" y="163"/>
                    <a:pt x="99" y="163"/>
                  </a:cubicBezTo>
                  <a:cubicBezTo>
                    <a:pt x="103" y="155"/>
                    <a:pt x="152" y="70"/>
                    <a:pt x="154" y="68"/>
                  </a:cubicBezTo>
                  <a:cubicBezTo>
                    <a:pt x="154" y="70"/>
                    <a:pt x="173" y="250"/>
                    <a:pt x="173" y="250"/>
                  </a:cubicBezTo>
                  <a:lnTo>
                    <a:pt x="173" y="250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632">
              <a:extLst>
                <a:ext uri="{FF2B5EF4-FFF2-40B4-BE49-F238E27FC236}">
                  <a16:creationId xmlns:a16="http://schemas.microsoft.com/office/drawing/2014/main" id="{1CF16EB0-97FA-9C42-9C32-3EDD19F7C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824" y="2090607"/>
              <a:ext cx="56186" cy="132202"/>
            </a:xfrm>
            <a:custGeom>
              <a:avLst/>
              <a:gdLst>
                <a:gd name="T0" fmla="*/ 51 w 51"/>
                <a:gd name="T1" fmla="*/ 0 h 120"/>
                <a:gd name="T2" fmla="*/ 25 w 51"/>
                <a:gd name="T3" fmla="*/ 0 h 120"/>
                <a:gd name="T4" fmla="*/ 0 w 51"/>
                <a:gd name="T5" fmla="*/ 120 h 120"/>
                <a:gd name="T6" fmla="*/ 27 w 51"/>
                <a:gd name="T7" fmla="*/ 120 h 120"/>
                <a:gd name="T8" fmla="*/ 51 w 51"/>
                <a:gd name="T9" fmla="*/ 0 h 120"/>
                <a:gd name="T10" fmla="*/ 51 w 51"/>
                <a:gd name="T1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20">
                  <a:moveTo>
                    <a:pt x="51" y="0"/>
                  </a:moveTo>
                  <a:lnTo>
                    <a:pt x="25" y="0"/>
                  </a:lnTo>
                  <a:lnTo>
                    <a:pt x="0" y="120"/>
                  </a:lnTo>
                  <a:lnTo>
                    <a:pt x="27" y="120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633">
              <a:extLst>
                <a:ext uri="{FF2B5EF4-FFF2-40B4-BE49-F238E27FC236}">
                  <a16:creationId xmlns:a16="http://schemas.microsoft.com/office/drawing/2014/main" id="{2CE5AC94-0A47-C748-B449-784DF9100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12" y="2090607"/>
              <a:ext cx="113474" cy="132202"/>
            </a:xfrm>
            <a:custGeom>
              <a:avLst/>
              <a:gdLst>
                <a:gd name="T0" fmla="*/ 78 w 215"/>
                <a:gd name="T1" fmla="*/ 62 h 250"/>
                <a:gd name="T2" fmla="*/ 100 w 215"/>
                <a:gd name="T3" fmla="*/ 40 h 250"/>
                <a:gd name="T4" fmla="*/ 205 w 215"/>
                <a:gd name="T5" fmla="*/ 40 h 250"/>
                <a:gd name="T6" fmla="*/ 215 w 215"/>
                <a:gd name="T7" fmla="*/ 0 h 250"/>
                <a:gd name="T8" fmla="*/ 87 w 215"/>
                <a:gd name="T9" fmla="*/ 0 h 250"/>
                <a:gd name="T10" fmla="*/ 32 w 215"/>
                <a:gd name="T11" fmla="*/ 66 h 250"/>
                <a:gd name="T12" fmla="*/ 6 w 215"/>
                <a:gd name="T13" fmla="*/ 190 h 250"/>
                <a:gd name="T14" fmla="*/ 57 w 215"/>
                <a:gd name="T15" fmla="*/ 250 h 250"/>
                <a:gd name="T16" fmla="*/ 174 w 215"/>
                <a:gd name="T17" fmla="*/ 250 h 250"/>
                <a:gd name="T18" fmla="*/ 183 w 215"/>
                <a:gd name="T19" fmla="*/ 209 h 250"/>
                <a:gd name="T20" fmla="*/ 75 w 215"/>
                <a:gd name="T21" fmla="*/ 209 h 250"/>
                <a:gd name="T22" fmla="*/ 57 w 215"/>
                <a:gd name="T23" fmla="*/ 180 h 250"/>
                <a:gd name="T24" fmla="*/ 68 w 215"/>
                <a:gd name="T25" fmla="*/ 121 h 250"/>
                <a:gd name="T26" fmla="*/ 68 w 215"/>
                <a:gd name="T27" fmla="*/ 121 h 250"/>
                <a:gd name="T28" fmla="*/ 78 w 215"/>
                <a:gd name="T29" fmla="*/ 62 h 250"/>
                <a:gd name="T30" fmla="*/ 78 w 215"/>
                <a:gd name="T31" fmla="*/ 62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5" h="250">
                  <a:moveTo>
                    <a:pt x="78" y="62"/>
                  </a:moveTo>
                  <a:cubicBezTo>
                    <a:pt x="80" y="54"/>
                    <a:pt x="82" y="40"/>
                    <a:pt x="100" y="40"/>
                  </a:cubicBezTo>
                  <a:cubicBezTo>
                    <a:pt x="110" y="40"/>
                    <a:pt x="205" y="40"/>
                    <a:pt x="205" y="40"/>
                  </a:cubicBezTo>
                  <a:lnTo>
                    <a:pt x="215" y="0"/>
                  </a:lnTo>
                  <a:cubicBezTo>
                    <a:pt x="215" y="0"/>
                    <a:pt x="122" y="0"/>
                    <a:pt x="87" y="0"/>
                  </a:cubicBezTo>
                  <a:cubicBezTo>
                    <a:pt x="38" y="0"/>
                    <a:pt x="35" y="50"/>
                    <a:pt x="32" y="66"/>
                  </a:cubicBezTo>
                  <a:cubicBezTo>
                    <a:pt x="28" y="83"/>
                    <a:pt x="7" y="185"/>
                    <a:pt x="6" y="190"/>
                  </a:cubicBezTo>
                  <a:cubicBezTo>
                    <a:pt x="0" y="219"/>
                    <a:pt x="15" y="250"/>
                    <a:pt x="57" y="250"/>
                  </a:cubicBezTo>
                  <a:lnTo>
                    <a:pt x="174" y="250"/>
                  </a:lnTo>
                  <a:lnTo>
                    <a:pt x="183" y="209"/>
                  </a:lnTo>
                  <a:lnTo>
                    <a:pt x="75" y="209"/>
                  </a:lnTo>
                  <a:cubicBezTo>
                    <a:pt x="55" y="209"/>
                    <a:pt x="54" y="197"/>
                    <a:pt x="57" y="180"/>
                  </a:cubicBezTo>
                  <a:lnTo>
                    <a:pt x="68" y="121"/>
                  </a:lnTo>
                  <a:lnTo>
                    <a:pt x="68" y="121"/>
                  </a:lnTo>
                  <a:cubicBezTo>
                    <a:pt x="68" y="121"/>
                    <a:pt x="74" y="85"/>
                    <a:pt x="78" y="62"/>
                  </a:cubicBezTo>
                  <a:lnTo>
                    <a:pt x="78" y="62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634">
              <a:extLst>
                <a:ext uri="{FF2B5EF4-FFF2-40B4-BE49-F238E27FC236}">
                  <a16:creationId xmlns:a16="http://schemas.microsoft.com/office/drawing/2014/main" id="{05E43579-F61D-0A46-B756-499759DF2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0369" y="2087303"/>
              <a:ext cx="117881" cy="135507"/>
            </a:xfrm>
            <a:custGeom>
              <a:avLst/>
              <a:gdLst>
                <a:gd name="T0" fmla="*/ 88 w 223"/>
                <a:gd name="T1" fmla="*/ 68 h 255"/>
                <a:gd name="T2" fmla="*/ 113 w 223"/>
                <a:gd name="T3" fmla="*/ 45 h 255"/>
                <a:gd name="T4" fmla="*/ 214 w 223"/>
                <a:gd name="T5" fmla="*/ 45 h 255"/>
                <a:gd name="T6" fmla="*/ 223 w 223"/>
                <a:gd name="T7" fmla="*/ 5 h 255"/>
                <a:gd name="T8" fmla="*/ 102 w 223"/>
                <a:gd name="T9" fmla="*/ 5 h 255"/>
                <a:gd name="T10" fmla="*/ 42 w 223"/>
                <a:gd name="T11" fmla="*/ 64 h 255"/>
                <a:gd name="T12" fmla="*/ 35 w 223"/>
                <a:gd name="T13" fmla="*/ 114 h 255"/>
                <a:gd name="T14" fmla="*/ 69 w 223"/>
                <a:gd name="T15" fmla="*/ 143 h 255"/>
                <a:gd name="T16" fmla="*/ 142 w 223"/>
                <a:gd name="T17" fmla="*/ 143 h 255"/>
                <a:gd name="T18" fmla="*/ 155 w 223"/>
                <a:gd name="T19" fmla="*/ 152 h 255"/>
                <a:gd name="T20" fmla="*/ 145 w 223"/>
                <a:gd name="T21" fmla="*/ 203 h 255"/>
                <a:gd name="T22" fmla="*/ 113 w 223"/>
                <a:gd name="T23" fmla="*/ 214 h 255"/>
                <a:gd name="T24" fmla="*/ 9 w 223"/>
                <a:gd name="T25" fmla="*/ 214 h 255"/>
                <a:gd name="T26" fmla="*/ 0 w 223"/>
                <a:gd name="T27" fmla="*/ 255 h 255"/>
                <a:gd name="T28" fmla="*/ 131 w 223"/>
                <a:gd name="T29" fmla="*/ 255 h 255"/>
                <a:gd name="T30" fmla="*/ 191 w 223"/>
                <a:gd name="T31" fmla="*/ 217 h 255"/>
                <a:gd name="T32" fmla="*/ 205 w 223"/>
                <a:gd name="T33" fmla="*/ 147 h 255"/>
                <a:gd name="T34" fmla="*/ 164 w 223"/>
                <a:gd name="T35" fmla="*/ 100 h 255"/>
                <a:gd name="T36" fmla="*/ 100 w 223"/>
                <a:gd name="T37" fmla="*/ 100 h 255"/>
                <a:gd name="T38" fmla="*/ 85 w 223"/>
                <a:gd name="T39" fmla="*/ 90 h 255"/>
                <a:gd name="T40" fmla="*/ 88 w 223"/>
                <a:gd name="T41" fmla="*/ 68 h 255"/>
                <a:gd name="T42" fmla="*/ 88 w 223"/>
                <a:gd name="T43" fmla="*/ 68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3" h="255">
                  <a:moveTo>
                    <a:pt x="88" y="68"/>
                  </a:moveTo>
                  <a:cubicBezTo>
                    <a:pt x="92" y="51"/>
                    <a:pt x="90" y="45"/>
                    <a:pt x="113" y="45"/>
                  </a:cubicBezTo>
                  <a:cubicBezTo>
                    <a:pt x="145" y="45"/>
                    <a:pt x="214" y="45"/>
                    <a:pt x="214" y="45"/>
                  </a:cubicBezTo>
                  <a:lnTo>
                    <a:pt x="223" y="5"/>
                  </a:lnTo>
                  <a:cubicBezTo>
                    <a:pt x="223" y="5"/>
                    <a:pt x="148" y="5"/>
                    <a:pt x="102" y="5"/>
                  </a:cubicBezTo>
                  <a:cubicBezTo>
                    <a:pt x="86" y="5"/>
                    <a:pt x="51" y="0"/>
                    <a:pt x="42" y="64"/>
                  </a:cubicBezTo>
                  <a:cubicBezTo>
                    <a:pt x="38" y="92"/>
                    <a:pt x="35" y="105"/>
                    <a:pt x="35" y="114"/>
                  </a:cubicBezTo>
                  <a:cubicBezTo>
                    <a:pt x="33" y="137"/>
                    <a:pt x="53" y="143"/>
                    <a:pt x="69" y="143"/>
                  </a:cubicBezTo>
                  <a:cubicBezTo>
                    <a:pt x="92" y="143"/>
                    <a:pt x="142" y="143"/>
                    <a:pt x="142" y="143"/>
                  </a:cubicBezTo>
                  <a:cubicBezTo>
                    <a:pt x="153" y="143"/>
                    <a:pt x="157" y="143"/>
                    <a:pt x="155" y="152"/>
                  </a:cubicBezTo>
                  <a:cubicBezTo>
                    <a:pt x="153" y="166"/>
                    <a:pt x="147" y="194"/>
                    <a:pt x="145" y="203"/>
                  </a:cubicBezTo>
                  <a:cubicBezTo>
                    <a:pt x="143" y="216"/>
                    <a:pt x="127" y="214"/>
                    <a:pt x="113" y="214"/>
                  </a:cubicBezTo>
                  <a:lnTo>
                    <a:pt x="9" y="214"/>
                  </a:lnTo>
                  <a:lnTo>
                    <a:pt x="0" y="255"/>
                  </a:lnTo>
                  <a:lnTo>
                    <a:pt x="131" y="255"/>
                  </a:lnTo>
                  <a:cubicBezTo>
                    <a:pt x="158" y="255"/>
                    <a:pt x="184" y="245"/>
                    <a:pt x="191" y="217"/>
                  </a:cubicBezTo>
                  <a:cubicBezTo>
                    <a:pt x="198" y="189"/>
                    <a:pt x="201" y="169"/>
                    <a:pt x="205" y="147"/>
                  </a:cubicBezTo>
                  <a:cubicBezTo>
                    <a:pt x="210" y="120"/>
                    <a:pt x="194" y="100"/>
                    <a:pt x="164" y="100"/>
                  </a:cubicBezTo>
                  <a:lnTo>
                    <a:pt x="100" y="100"/>
                  </a:lnTo>
                  <a:cubicBezTo>
                    <a:pt x="94" y="100"/>
                    <a:pt x="82" y="102"/>
                    <a:pt x="85" y="90"/>
                  </a:cubicBezTo>
                  <a:cubicBezTo>
                    <a:pt x="85" y="85"/>
                    <a:pt x="86" y="79"/>
                    <a:pt x="88" y="68"/>
                  </a:cubicBezTo>
                  <a:lnTo>
                    <a:pt x="88" y="68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48878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BA69276-1A68-DC49-913B-643089DA98C0}"/>
              </a:ext>
            </a:extLst>
          </p:cNvPr>
          <p:cNvSpPr/>
          <p:nvPr userDrawn="1"/>
        </p:nvSpPr>
        <p:spPr>
          <a:xfrm>
            <a:off x="1092095" y="0"/>
            <a:ext cx="8051905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5323F7-6DA6-594C-92C7-1523A510B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1372" y="1123950"/>
            <a:ext cx="7377827" cy="259079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ts val="42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1. Section Divider Title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64B2F54-BE5F-1F4C-B7B8-46CA31B5B591}"/>
              </a:ext>
            </a:extLst>
          </p:cNvPr>
          <p:cNvGrpSpPr/>
          <p:nvPr userDrawn="1"/>
        </p:nvGrpSpPr>
        <p:grpSpPr>
          <a:xfrm>
            <a:off x="342900" y="4889985"/>
            <a:ext cx="482515" cy="158265"/>
            <a:chOff x="6710369" y="2087303"/>
            <a:chExt cx="413131" cy="135507"/>
          </a:xfrm>
          <a:solidFill>
            <a:schemeClr val="accent2"/>
          </a:solidFill>
        </p:grpSpPr>
        <p:sp>
          <p:nvSpPr>
            <p:cNvPr id="41" name="Freeform 629">
              <a:extLst>
                <a:ext uri="{FF2B5EF4-FFF2-40B4-BE49-F238E27FC236}">
                  <a16:creationId xmlns:a16="http://schemas.microsoft.com/office/drawing/2014/main" id="{8BEFEB7F-6C9F-5C43-923D-6B710008A4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8077" y="2206285"/>
              <a:ext cx="9916" cy="12119"/>
            </a:xfrm>
            <a:custGeom>
              <a:avLst/>
              <a:gdLst>
                <a:gd name="T0" fmla="*/ 4 w 17"/>
                <a:gd name="T1" fmla="*/ 3 h 23"/>
                <a:gd name="T2" fmla="*/ 8 w 17"/>
                <a:gd name="T3" fmla="*/ 3 h 23"/>
                <a:gd name="T4" fmla="*/ 13 w 17"/>
                <a:gd name="T5" fmla="*/ 6 h 23"/>
                <a:gd name="T6" fmla="*/ 8 w 17"/>
                <a:gd name="T7" fmla="*/ 10 h 23"/>
                <a:gd name="T8" fmla="*/ 4 w 17"/>
                <a:gd name="T9" fmla="*/ 10 h 23"/>
                <a:gd name="T10" fmla="*/ 4 w 17"/>
                <a:gd name="T11" fmla="*/ 3 h 23"/>
                <a:gd name="T12" fmla="*/ 0 w 17"/>
                <a:gd name="T13" fmla="*/ 23 h 23"/>
                <a:gd name="T14" fmla="*/ 4 w 17"/>
                <a:gd name="T15" fmla="*/ 23 h 23"/>
                <a:gd name="T16" fmla="*/ 4 w 17"/>
                <a:gd name="T17" fmla="*/ 13 h 23"/>
                <a:gd name="T18" fmla="*/ 8 w 17"/>
                <a:gd name="T19" fmla="*/ 13 h 23"/>
                <a:gd name="T20" fmla="*/ 14 w 17"/>
                <a:gd name="T21" fmla="*/ 23 h 23"/>
                <a:gd name="T22" fmla="*/ 17 w 17"/>
                <a:gd name="T23" fmla="*/ 23 h 23"/>
                <a:gd name="T24" fmla="*/ 11 w 17"/>
                <a:gd name="T25" fmla="*/ 13 h 23"/>
                <a:gd name="T26" fmla="*/ 17 w 17"/>
                <a:gd name="T27" fmla="*/ 7 h 23"/>
                <a:gd name="T28" fmla="*/ 9 w 17"/>
                <a:gd name="T29" fmla="*/ 0 h 23"/>
                <a:gd name="T30" fmla="*/ 0 w 17"/>
                <a:gd name="T31" fmla="*/ 0 h 23"/>
                <a:gd name="T32" fmla="*/ 0 w 17"/>
                <a:gd name="T33" fmla="*/ 23 h 23"/>
                <a:gd name="T34" fmla="*/ 0 w 17"/>
                <a:gd name="T3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" h="23">
                  <a:moveTo>
                    <a:pt x="4" y="3"/>
                  </a:moveTo>
                  <a:lnTo>
                    <a:pt x="8" y="3"/>
                  </a:lnTo>
                  <a:cubicBezTo>
                    <a:pt x="11" y="3"/>
                    <a:pt x="13" y="4"/>
                    <a:pt x="13" y="6"/>
                  </a:cubicBezTo>
                  <a:cubicBezTo>
                    <a:pt x="13" y="10"/>
                    <a:pt x="11" y="10"/>
                    <a:pt x="8" y="10"/>
                  </a:cubicBezTo>
                  <a:lnTo>
                    <a:pt x="4" y="10"/>
                  </a:lnTo>
                  <a:lnTo>
                    <a:pt x="4" y="3"/>
                  </a:lnTo>
                  <a:close/>
                  <a:moveTo>
                    <a:pt x="0" y="23"/>
                  </a:moveTo>
                  <a:lnTo>
                    <a:pt x="4" y="23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14" y="23"/>
                  </a:lnTo>
                  <a:lnTo>
                    <a:pt x="17" y="23"/>
                  </a:lnTo>
                  <a:lnTo>
                    <a:pt x="11" y="13"/>
                  </a:lnTo>
                  <a:cubicBezTo>
                    <a:pt x="14" y="12"/>
                    <a:pt x="17" y="11"/>
                    <a:pt x="17" y="7"/>
                  </a:cubicBezTo>
                  <a:cubicBezTo>
                    <a:pt x="17" y="2"/>
                    <a:pt x="14" y="0"/>
                    <a:pt x="9" y="0"/>
                  </a:cubicBezTo>
                  <a:lnTo>
                    <a:pt x="0" y="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630">
              <a:extLst>
                <a:ext uri="{FF2B5EF4-FFF2-40B4-BE49-F238E27FC236}">
                  <a16:creationId xmlns:a16="http://schemas.microsoft.com/office/drawing/2014/main" id="{FF159392-2231-FA4C-A74F-4EB78492FC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2568" y="2201878"/>
              <a:ext cx="20932" cy="20932"/>
            </a:xfrm>
            <a:custGeom>
              <a:avLst/>
              <a:gdLst>
                <a:gd name="T0" fmla="*/ 36 w 40"/>
                <a:gd name="T1" fmla="*/ 19 h 39"/>
                <a:gd name="T2" fmla="*/ 20 w 40"/>
                <a:gd name="T3" fmla="*/ 36 h 39"/>
                <a:gd name="T4" fmla="*/ 4 w 40"/>
                <a:gd name="T5" fmla="*/ 19 h 39"/>
                <a:gd name="T6" fmla="*/ 20 w 40"/>
                <a:gd name="T7" fmla="*/ 3 h 39"/>
                <a:gd name="T8" fmla="*/ 36 w 40"/>
                <a:gd name="T9" fmla="*/ 19 h 39"/>
                <a:gd name="T10" fmla="*/ 0 w 40"/>
                <a:gd name="T11" fmla="*/ 19 h 39"/>
                <a:gd name="T12" fmla="*/ 20 w 40"/>
                <a:gd name="T13" fmla="*/ 39 h 39"/>
                <a:gd name="T14" fmla="*/ 40 w 40"/>
                <a:gd name="T15" fmla="*/ 19 h 39"/>
                <a:gd name="T16" fmla="*/ 20 w 40"/>
                <a:gd name="T17" fmla="*/ 0 h 39"/>
                <a:gd name="T18" fmla="*/ 0 w 40"/>
                <a:gd name="T19" fmla="*/ 19 h 39"/>
                <a:gd name="T20" fmla="*/ 0 w 40"/>
                <a:gd name="T2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39">
                  <a:moveTo>
                    <a:pt x="36" y="19"/>
                  </a:moveTo>
                  <a:cubicBezTo>
                    <a:pt x="36" y="29"/>
                    <a:pt x="29" y="36"/>
                    <a:pt x="20" y="36"/>
                  </a:cubicBezTo>
                  <a:cubicBezTo>
                    <a:pt x="11" y="36"/>
                    <a:pt x="4" y="29"/>
                    <a:pt x="4" y="19"/>
                  </a:cubicBezTo>
                  <a:cubicBezTo>
                    <a:pt x="4" y="10"/>
                    <a:pt x="11" y="3"/>
                    <a:pt x="20" y="3"/>
                  </a:cubicBezTo>
                  <a:cubicBezTo>
                    <a:pt x="29" y="3"/>
                    <a:pt x="36" y="10"/>
                    <a:pt x="36" y="19"/>
                  </a:cubicBezTo>
                  <a:close/>
                  <a:moveTo>
                    <a:pt x="0" y="19"/>
                  </a:moveTo>
                  <a:cubicBezTo>
                    <a:pt x="0" y="31"/>
                    <a:pt x="9" y="39"/>
                    <a:pt x="20" y="39"/>
                  </a:cubicBezTo>
                  <a:cubicBezTo>
                    <a:pt x="31" y="39"/>
                    <a:pt x="40" y="31"/>
                    <a:pt x="40" y="19"/>
                  </a:cubicBezTo>
                  <a:cubicBezTo>
                    <a:pt x="40" y="8"/>
                    <a:pt x="31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631">
              <a:extLst>
                <a:ext uri="{FF2B5EF4-FFF2-40B4-BE49-F238E27FC236}">
                  <a16:creationId xmlns:a16="http://schemas.microsoft.com/office/drawing/2014/main" id="{371172FE-0C22-604B-A9A5-24452EEE7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927" y="2090607"/>
              <a:ext cx="116779" cy="132202"/>
            </a:xfrm>
            <a:custGeom>
              <a:avLst/>
              <a:gdLst>
                <a:gd name="T0" fmla="*/ 173 w 221"/>
                <a:gd name="T1" fmla="*/ 250 h 250"/>
                <a:gd name="T2" fmla="*/ 221 w 221"/>
                <a:gd name="T3" fmla="*/ 250 h 250"/>
                <a:gd name="T4" fmla="*/ 192 w 221"/>
                <a:gd name="T5" fmla="*/ 0 h 250"/>
                <a:gd name="T6" fmla="*/ 137 w 221"/>
                <a:gd name="T7" fmla="*/ 0 h 250"/>
                <a:gd name="T8" fmla="*/ 0 w 221"/>
                <a:gd name="T9" fmla="*/ 250 h 250"/>
                <a:gd name="T10" fmla="*/ 52 w 221"/>
                <a:gd name="T11" fmla="*/ 250 h 250"/>
                <a:gd name="T12" fmla="*/ 80 w 221"/>
                <a:gd name="T13" fmla="*/ 200 h 250"/>
                <a:gd name="T14" fmla="*/ 155 w 221"/>
                <a:gd name="T15" fmla="*/ 200 h 250"/>
                <a:gd name="T16" fmla="*/ 163 w 221"/>
                <a:gd name="T17" fmla="*/ 163 h 250"/>
                <a:gd name="T18" fmla="*/ 99 w 221"/>
                <a:gd name="T19" fmla="*/ 163 h 250"/>
                <a:gd name="T20" fmla="*/ 99 w 221"/>
                <a:gd name="T21" fmla="*/ 163 h 250"/>
                <a:gd name="T22" fmla="*/ 154 w 221"/>
                <a:gd name="T23" fmla="*/ 68 h 250"/>
                <a:gd name="T24" fmla="*/ 173 w 221"/>
                <a:gd name="T25" fmla="*/ 250 h 250"/>
                <a:gd name="T26" fmla="*/ 173 w 221"/>
                <a:gd name="T27" fmla="*/ 25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50">
                  <a:moveTo>
                    <a:pt x="173" y="250"/>
                  </a:moveTo>
                  <a:lnTo>
                    <a:pt x="221" y="250"/>
                  </a:lnTo>
                  <a:lnTo>
                    <a:pt x="192" y="0"/>
                  </a:lnTo>
                  <a:lnTo>
                    <a:pt x="137" y="0"/>
                  </a:lnTo>
                  <a:lnTo>
                    <a:pt x="0" y="250"/>
                  </a:lnTo>
                  <a:lnTo>
                    <a:pt x="52" y="250"/>
                  </a:lnTo>
                  <a:cubicBezTo>
                    <a:pt x="52" y="250"/>
                    <a:pt x="79" y="202"/>
                    <a:pt x="80" y="200"/>
                  </a:cubicBezTo>
                  <a:lnTo>
                    <a:pt x="155" y="200"/>
                  </a:lnTo>
                  <a:lnTo>
                    <a:pt x="163" y="163"/>
                  </a:lnTo>
                  <a:lnTo>
                    <a:pt x="99" y="163"/>
                  </a:lnTo>
                  <a:cubicBezTo>
                    <a:pt x="99" y="163"/>
                    <a:pt x="99" y="163"/>
                    <a:pt x="99" y="163"/>
                  </a:cubicBezTo>
                  <a:cubicBezTo>
                    <a:pt x="103" y="155"/>
                    <a:pt x="152" y="70"/>
                    <a:pt x="154" y="68"/>
                  </a:cubicBezTo>
                  <a:cubicBezTo>
                    <a:pt x="154" y="70"/>
                    <a:pt x="173" y="250"/>
                    <a:pt x="173" y="250"/>
                  </a:cubicBezTo>
                  <a:lnTo>
                    <a:pt x="173" y="250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32">
              <a:extLst>
                <a:ext uri="{FF2B5EF4-FFF2-40B4-BE49-F238E27FC236}">
                  <a16:creationId xmlns:a16="http://schemas.microsoft.com/office/drawing/2014/main" id="{C1FC18F9-CF98-2742-B9FB-53C2497FB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824" y="2090607"/>
              <a:ext cx="56186" cy="132202"/>
            </a:xfrm>
            <a:custGeom>
              <a:avLst/>
              <a:gdLst>
                <a:gd name="T0" fmla="*/ 51 w 51"/>
                <a:gd name="T1" fmla="*/ 0 h 120"/>
                <a:gd name="T2" fmla="*/ 25 w 51"/>
                <a:gd name="T3" fmla="*/ 0 h 120"/>
                <a:gd name="T4" fmla="*/ 0 w 51"/>
                <a:gd name="T5" fmla="*/ 120 h 120"/>
                <a:gd name="T6" fmla="*/ 27 w 51"/>
                <a:gd name="T7" fmla="*/ 120 h 120"/>
                <a:gd name="T8" fmla="*/ 51 w 51"/>
                <a:gd name="T9" fmla="*/ 0 h 120"/>
                <a:gd name="T10" fmla="*/ 51 w 51"/>
                <a:gd name="T1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20">
                  <a:moveTo>
                    <a:pt x="51" y="0"/>
                  </a:moveTo>
                  <a:lnTo>
                    <a:pt x="25" y="0"/>
                  </a:lnTo>
                  <a:lnTo>
                    <a:pt x="0" y="120"/>
                  </a:lnTo>
                  <a:lnTo>
                    <a:pt x="27" y="120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633">
              <a:extLst>
                <a:ext uri="{FF2B5EF4-FFF2-40B4-BE49-F238E27FC236}">
                  <a16:creationId xmlns:a16="http://schemas.microsoft.com/office/drawing/2014/main" id="{9D87A316-BDAD-4A46-9F7E-CFD4E88AB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12" y="2090607"/>
              <a:ext cx="113474" cy="132202"/>
            </a:xfrm>
            <a:custGeom>
              <a:avLst/>
              <a:gdLst>
                <a:gd name="T0" fmla="*/ 78 w 215"/>
                <a:gd name="T1" fmla="*/ 62 h 250"/>
                <a:gd name="T2" fmla="*/ 100 w 215"/>
                <a:gd name="T3" fmla="*/ 40 h 250"/>
                <a:gd name="T4" fmla="*/ 205 w 215"/>
                <a:gd name="T5" fmla="*/ 40 h 250"/>
                <a:gd name="T6" fmla="*/ 215 w 215"/>
                <a:gd name="T7" fmla="*/ 0 h 250"/>
                <a:gd name="T8" fmla="*/ 87 w 215"/>
                <a:gd name="T9" fmla="*/ 0 h 250"/>
                <a:gd name="T10" fmla="*/ 32 w 215"/>
                <a:gd name="T11" fmla="*/ 66 h 250"/>
                <a:gd name="T12" fmla="*/ 6 w 215"/>
                <a:gd name="T13" fmla="*/ 190 h 250"/>
                <a:gd name="T14" fmla="*/ 57 w 215"/>
                <a:gd name="T15" fmla="*/ 250 h 250"/>
                <a:gd name="T16" fmla="*/ 174 w 215"/>
                <a:gd name="T17" fmla="*/ 250 h 250"/>
                <a:gd name="T18" fmla="*/ 183 w 215"/>
                <a:gd name="T19" fmla="*/ 209 h 250"/>
                <a:gd name="T20" fmla="*/ 75 w 215"/>
                <a:gd name="T21" fmla="*/ 209 h 250"/>
                <a:gd name="T22" fmla="*/ 57 w 215"/>
                <a:gd name="T23" fmla="*/ 180 h 250"/>
                <a:gd name="T24" fmla="*/ 68 w 215"/>
                <a:gd name="T25" fmla="*/ 121 h 250"/>
                <a:gd name="T26" fmla="*/ 68 w 215"/>
                <a:gd name="T27" fmla="*/ 121 h 250"/>
                <a:gd name="T28" fmla="*/ 78 w 215"/>
                <a:gd name="T29" fmla="*/ 62 h 250"/>
                <a:gd name="T30" fmla="*/ 78 w 215"/>
                <a:gd name="T31" fmla="*/ 62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5" h="250">
                  <a:moveTo>
                    <a:pt x="78" y="62"/>
                  </a:moveTo>
                  <a:cubicBezTo>
                    <a:pt x="80" y="54"/>
                    <a:pt x="82" y="40"/>
                    <a:pt x="100" y="40"/>
                  </a:cubicBezTo>
                  <a:cubicBezTo>
                    <a:pt x="110" y="40"/>
                    <a:pt x="205" y="40"/>
                    <a:pt x="205" y="40"/>
                  </a:cubicBezTo>
                  <a:lnTo>
                    <a:pt x="215" y="0"/>
                  </a:lnTo>
                  <a:cubicBezTo>
                    <a:pt x="215" y="0"/>
                    <a:pt x="122" y="0"/>
                    <a:pt x="87" y="0"/>
                  </a:cubicBezTo>
                  <a:cubicBezTo>
                    <a:pt x="38" y="0"/>
                    <a:pt x="35" y="50"/>
                    <a:pt x="32" y="66"/>
                  </a:cubicBezTo>
                  <a:cubicBezTo>
                    <a:pt x="28" y="83"/>
                    <a:pt x="7" y="185"/>
                    <a:pt x="6" y="190"/>
                  </a:cubicBezTo>
                  <a:cubicBezTo>
                    <a:pt x="0" y="219"/>
                    <a:pt x="15" y="250"/>
                    <a:pt x="57" y="250"/>
                  </a:cubicBezTo>
                  <a:lnTo>
                    <a:pt x="174" y="250"/>
                  </a:lnTo>
                  <a:lnTo>
                    <a:pt x="183" y="209"/>
                  </a:lnTo>
                  <a:lnTo>
                    <a:pt x="75" y="209"/>
                  </a:lnTo>
                  <a:cubicBezTo>
                    <a:pt x="55" y="209"/>
                    <a:pt x="54" y="197"/>
                    <a:pt x="57" y="180"/>
                  </a:cubicBezTo>
                  <a:lnTo>
                    <a:pt x="68" y="121"/>
                  </a:lnTo>
                  <a:lnTo>
                    <a:pt x="68" y="121"/>
                  </a:lnTo>
                  <a:cubicBezTo>
                    <a:pt x="68" y="121"/>
                    <a:pt x="74" y="85"/>
                    <a:pt x="78" y="62"/>
                  </a:cubicBezTo>
                  <a:lnTo>
                    <a:pt x="78" y="62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634">
              <a:extLst>
                <a:ext uri="{FF2B5EF4-FFF2-40B4-BE49-F238E27FC236}">
                  <a16:creationId xmlns:a16="http://schemas.microsoft.com/office/drawing/2014/main" id="{78435635-9A80-1C46-BF9D-45112E25F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0369" y="2087303"/>
              <a:ext cx="117881" cy="135507"/>
            </a:xfrm>
            <a:custGeom>
              <a:avLst/>
              <a:gdLst>
                <a:gd name="T0" fmla="*/ 88 w 223"/>
                <a:gd name="T1" fmla="*/ 68 h 255"/>
                <a:gd name="T2" fmla="*/ 113 w 223"/>
                <a:gd name="T3" fmla="*/ 45 h 255"/>
                <a:gd name="T4" fmla="*/ 214 w 223"/>
                <a:gd name="T5" fmla="*/ 45 h 255"/>
                <a:gd name="T6" fmla="*/ 223 w 223"/>
                <a:gd name="T7" fmla="*/ 5 h 255"/>
                <a:gd name="T8" fmla="*/ 102 w 223"/>
                <a:gd name="T9" fmla="*/ 5 h 255"/>
                <a:gd name="T10" fmla="*/ 42 w 223"/>
                <a:gd name="T11" fmla="*/ 64 h 255"/>
                <a:gd name="T12" fmla="*/ 35 w 223"/>
                <a:gd name="T13" fmla="*/ 114 h 255"/>
                <a:gd name="T14" fmla="*/ 69 w 223"/>
                <a:gd name="T15" fmla="*/ 143 h 255"/>
                <a:gd name="T16" fmla="*/ 142 w 223"/>
                <a:gd name="T17" fmla="*/ 143 h 255"/>
                <a:gd name="T18" fmla="*/ 155 w 223"/>
                <a:gd name="T19" fmla="*/ 152 h 255"/>
                <a:gd name="T20" fmla="*/ 145 w 223"/>
                <a:gd name="T21" fmla="*/ 203 h 255"/>
                <a:gd name="T22" fmla="*/ 113 w 223"/>
                <a:gd name="T23" fmla="*/ 214 h 255"/>
                <a:gd name="T24" fmla="*/ 9 w 223"/>
                <a:gd name="T25" fmla="*/ 214 h 255"/>
                <a:gd name="T26" fmla="*/ 0 w 223"/>
                <a:gd name="T27" fmla="*/ 255 h 255"/>
                <a:gd name="T28" fmla="*/ 131 w 223"/>
                <a:gd name="T29" fmla="*/ 255 h 255"/>
                <a:gd name="T30" fmla="*/ 191 w 223"/>
                <a:gd name="T31" fmla="*/ 217 h 255"/>
                <a:gd name="T32" fmla="*/ 205 w 223"/>
                <a:gd name="T33" fmla="*/ 147 h 255"/>
                <a:gd name="T34" fmla="*/ 164 w 223"/>
                <a:gd name="T35" fmla="*/ 100 h 255"/>
                <a:gd name="T36" fmla="*/ 100 w 223"/>
                <a:gd name="T37" fmla="*/ 100 h 255"/>
                <a:gd name="T38" fmla="*/ 85 w 223"/>
                <a:gd name="T39" fmla="*/ 90 h 255"/>
                <a:gd name="T40" fmla="*/ 88 w 223"/>
                <a:gd name="T41" fmla="*/ 68 h 255"/>
                <a:gd name="T42" fmla="*/ 88 w 223"/>
                <a:gd name="T43" fmla="*/ 68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3" h="255">
                  <a:moveTo>
                    <a:pt x="88" y="68"/>
                  </a:moveTo>
                  <a:cubicBezTo>
                    <a:pt x="92" y="51"/>
                    <a:pt x="90" y="45"/>
                    <a:pt x="113" y="45"/>
                  </a:cubicBezTo>
                  <a:cubicBezTo>
                    <a:pt x="145" y="45"/>
                    <a:pt x="214" y="45"/>
                    <a:pt x="214" y="45"/>
                  </a:cubicBezTo>
                  <a:lnTo>
                    <a:pt x="223" y="5"/>
                  </a:lnTo>
                  <a:cubicBezTo>
                    <a:pt x="223" y="5"/>
                    <a:pt x="148" y="5"/>
                    <a:pt x="102" y="5"/>
                  </a:cubicBezTo>
                  <a:cubicBezTo>
                    <a:pt x="86" y="5"/>
                    <a:pt x="51" y="0"/>
                    <a:pt x="42" y="64"/>
                  </a:cubicBezTo>
                  <a:cubicBezTo>
                    <a:pt x="38" y="92"/>
                    <a:pt x="35" y="105"/>
                    <a:pt x="35" y="114"/>
                  </a:cubicBezTo>
                  <a:cubicBezTo>
                    <a:pt x="33" y="137"/>
                    <a:pt x="53" y="143"/>
                    <a:pt x="69" y="143"/>
                  </a:cubicBezTo>
                  <a:cubicBezTo>
                    <a:pt x="92" y="143"/>
                    <a:pt x="142" y="143"/>
                    <a:pt x="142" y="143"/>
                  </a:cubicBezTo>
                  <a:cubicBezTo>
                    <a:pt x="153" y="143"/>
                    <a:pt x="157" y="143"/>
                    <a:pt x="155" y="152"/>
                  </a:cubicBezTo>
                  <a:cubicBezTo>
                    <a:pt x="153" y="166"/>
                    <a:pt x="147" y="194"/>
                    <a:pt x="145" y="203"/>
                  </a:cubicBezTo>
                  <a:cubicBezTo>
                    <a:pt x="143" y="216"/>
                    <a:pt x="127" y="214"/>
                    <a:pt x="113" y="214"/>
                  </a:cubicBezTo>
                  <a:lnTo>
                    <a:pt x="9" y="214"/>
                  </a:lnTo>
                  <a:lnTo>
                    <a:pt x="0" y="255"/>
                  </a:lnTo>
                  <a:lnTo>
                    <a:pt x="131" y="255"/>
                  </a:lnTo>
                  <a:cubicBezTo>
                    <a:pt x="158" y="255"/>
                    <a:pt x="184" y="245"/>
                    <a:pt x="191" y="217"/>
                  </a:cubicBezTo>
                  <a:cubicBezTo>
                    <a:pt x="198" y="189"/>
                    <a:pt x="201" y="169"/>
                    <a:pt x="205" y="147"/>
                  </a:cubicBezTo>
                  <a:cubicBezTo>
                    <a:pt x="210" y="120"/>
                    <a:pt x="194" y="100"/>
                    <a:pt x="164" y="100"/>
                  </a:cubicBezTo>
                  <a:lnTo>
                    <a:pt x="100" y="100"/>
                  </a:lnTo>
                  <a:cubicBezTo>
                    <a:pt x="94" y="100"/>
                    <a:pt x="82" y="102"/>
                    <a:pt x="85" y="90"/>
                  </a:cubicBezTo>
                  <a:cubicBezTo>
                    <a:pt x="85" y="85"/>
                    <a:pt x="86" y="79"/>
                    <a:pt x="88" y="68"/>
                  </a:cubicBezTo>
                  <a:lnTo>
                    <a:pt x="88" y="68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23825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5A149AEB-F858-BF4E-973B-8CE2E7711543}"/>
              </a:ext>
            </a:extLst>
          </p:cNvPr>
          <p:cNvSpPr/>
          <p:nvPr userDrawn="1"/>
        </p:nvSpPr>
        <p:spPr>
          <a:xfrm>
            <a:off x="1092095" y="0"/>
            <a:ext cx="8051905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5323F7-6DA6-594C-92C7-1523A510B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1372" y="1123950"/>
            <a:ext cx="7377827" cy="2590799"/>
          </a:xfrm>
          <a:prstGeom prst="rect">
            <a:avLst/>
          </a:prstGeom>
        </p:spPr>
        <p:txBody>
          <a:bodyPr lIns="0" tIns="0" rIns="0" anchor="ctr"/>
          <a:lstStyle>
            <a:lvl1pPr algn="l">
              <a:lnSpc>
                <a:spcPts val="42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1. Section Divider Title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34EBA52-3034-9449-9D27-F537E55061D7}"/>
              </a:ext>
            </a:extLst>
          </p:cNvPr>
          <p:cNvGrpSpPr/>
          <p:nvPr userDrawn="1"/>
        </p:nvGrpSpPr>
        <p:grpSpPr>
          <a:xfrm>
            <a:off x="342900" y="4889985"/>
            <a:ext cx="482515" cy="158265"/>
            <a:chOff x="6710369" y="2087303"/>
            <a:chExt cx="413131" cy="135507"/>
          </a:xfrm>
        </p:grpSpPr>
        <p:sp>
          <p:nvSpPr>
            <p:cNvPr id="41" name="Freeform 629">
              <a:extLst>
                <a:ext uri="{FF2B5EF4-FFF2-40B4-BE49-F238E27FC236}">
                  <a16:creationId xmlns:a16="http://schemas.microsoft.com/office/drawing/2014/main" id="{A762FAE7-02AC-114C-A713-897B612A5D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8077" y="2206285"/>
              <a:ext cx="9916" cy="12119"/>
            </a:xfrm>
            <a:custGeom>
              <a:avLst/>
              <a:gdLst>
                <a:gd name="T0" fmla="*/ 4 w 17"/>
                <a:gd name="T1" fmla="*/ 3 h 23"/>
                <a:gd name="T2" fmla="*/ 8 w 17"/>
                <a:gd name="T3" fmla="*/ 3 h 23"/>
                <a:gd name="T4" fmla="*/ 13 w 17"/>
                <a:gd name="T5" fmla="*/ 6 h 23"/>
                <a:gd name="T6" fmla="*/ 8 w 17"/>
                <a:gd name="T7" fmla="*/ 10 h 23"/>
                <a:gd name="T8" fmla="*/ 4 w 17"/>
                <a:gd name="T9" fmla="*/ 10 h 23"/>
                <a:gd name="T10" fmla="*/ 4 w 17"/>
                <a:gd name="T11" fmla="*/ 3 h 23"/>
                <a:gd name="T12" fmla="*/ 0 w 17"/>
                <a:gd name="T13" fmla="*/ 23 h 23"/>
                <a:gd name="T14" fmla="*/ 4 w 17"/>
                <a:gd name="T15" fmla="*/ 23 h 23"/>
                <a:gd name="T16" fmla="*/ 4 w 17"/>
                <a:gd name="T17" fmla="*/ 13 h 23"/>
                <a:gd name="T18" fmla="*/ 8 w 17"/>
                <a:gd name="T19" fmla="*/ 13 h 23"/>
                <a:gd name="T20" fmla="*/ 14 w 17"/>
                <a:gd name="T21" fmla="*/ 23 h 23"/>
                <a:gd name="T22" fmla="*/ 17 w 17"/>
                <a:gd name="T23" fmla="*/ 23 h 23"/>
                <a:gd name="T24" fmla="*/ 11 w 17"/>
                <a:gd name="T25" fmla="*/ 13 h 23"/>
                <a:gd name="T26" fmla="*/ 17 w 17"/>
                <a:gd name="T27" fmla="*/ 7 h 23"/>
                <a:gd name="T28" fmla="*/ 9 w 17"/>
                <a:gd name="T29" fmla="*/ 0 h 23"/>
                <a:gd name="T30" fmla="*/ 0 w 17"/>
                <a:gd name="T31" fmla="*/ 0 h 23"/>
                <a:gd name="T32" fmla="*/ 0 w 17"/>
                <a:gd name="T33" fmla="*/ 23 h 23"/>
                <a:gd name="T34" fmla="*/ 0 w 17"/>
                <a:gd name="T3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" h="23">
                  <a:moveTo>
                    <a:pt x="4" y="3"/>
                  </a:moveTo>
                  <a:lnTo>
                    <a:pt x="8" y="3"/>
                  </a:lnTo>
                  <a:cubicBezTo>
                    <a:pt x="11" y="3"/>
                    <a:pt x="13" y="4"/>
                    <a:pt x="13" y="6"/>
                  </a:cubicBezTo>
                  <a:cubicBezTo>
                    <a:pt x="13" y="10"/>
                    <a:pt x="11" y="10"/>
                    <a:pt x="8" y="10"/>
                  </a:cubicBezTo>
                  <a:lnTo>
                    <a:pt x="4" y="10"/>
                  </a:lnTo>
                  <a:lnTo>
                    <a:pt x="4" y="3"/>
                  </a:lnTo>
                  <a:close/>
                  <a:moveTo>
                    <a:pt x="0" y="23"/>
                  </a:moveTo>
                  <a:lnTo>
                    <a:pt x="4" y="23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14" y="23"/>
                  </a:lnTo>
                  <a:lnTo>
                    <a:pt x="17" y="23"/>
                  </a:lnTo>
                  <a:lnTo>
                    <a:pt x="11" y="13"/>
                  </a:lnTo>
                  <a:cubicBezTo>
                    <a:pt x="14" y="12"/>
                    <a:pt x="17" y="11"/>
                    <a:pt x="17" y="7"/>
                  </a:cubicBezTo>
                  <a:cubicBezTo>
                    <a:pt x="17" y="2"/>
                    <a:pt x="14" y="0"/>
                    <a:pt x="9" y="0"/>
                  </a:cubicBezTo>
                  <a:lnTo>
                    <a:pt x="0" y="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6469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630">
              <a:extLst>
                <a:ext uri="{FF2B5EF4-FFF2-40B4-BE49-F238E27FC236}">
                  <a16:creationId xmlns:a16="http://schemas.microsoft.com/office/drawing/2014/main" id="{B20002F1-A144-564E-800D-734BE98089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2568" y="2201878"/>
              <a:ext cx="20932" cy="20932"/>
            </a:xfrm>
            <a:custGeom>
              <a:avLst/>
              <a:gdLst>
                <a:gd name="T0" fmla="*/ 36 w 40"/>
                <a:gd name="T1" fmla="*/ 19 h 39"/>
                <a:gd name="T2" fmla="*/ 20 w 40"/>
                <a:gd name="T3" fmla="*/ 36 h 39"/>
                <a:gd name="T4" fmla="*/ 4 w 40"/>
                <a:gd name="T5" fmla="*/ 19 h 39"/>
                <a:gd name="T6" fmla="*/ 20 w 40"/>
                <a:gd name="T7" fmla="*/ 3 h 39"/>
                <a:gd name="T8" fmla="*/ 36 w 40"/>
                <a:gd name="T9" fmla="*/ 19 h 39"/>
                <a:gd name="T10" fmla="*/ 0 w 40"/>
                <a:gd name="T11" fmla="*/ 19 h 39"/>
                <a:gd name="T12" fmla="*/ 20 w 40"/>
                <a:gd name="T13" fmla="*/ 39 h 39"/>
                <a:gd name="T14" fmla="*/ 40 w 40"/>
                <a:gd name="T15" fmla="*/ 19 h 39"/>
                <a:gd name="T16" fmla="*/ 20 w 40"/>
                <a:gd name="T17" fmla="*/ 0 h 39"/>
                <a:gd name="T18" fmla="*/ 0 w 40"/>
                <a:gd name="T19" fmla="*/ 19 h 39"/>
                <a:gd name="T20" fmla="*/ 0 w 40"/>
                <a:gd name="T2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39">
                  <a:moveTo>
                    <a:pt x="36" y="19"/>
                  </a:moveTo>
                  <a:cubicBezTo>
                    <a:pt x="36" y="29"/>
                    <a:pt x="29" y="36"/>
                    <a:pt x="20" y="36"/>
                  </a:cubicBezTo>
                  <a:cubicBezTo>
                    <a:pt x="11" y="36"/>
                    <a:pt x="4" y="29"/>
                    <a:pt x="4" y="19"/>
                  </a:cubicBezTo>
                  <a:cubicBezTo>
                    <a:pt x="4" y="10"/>
                    <a:pt x="11" y="3"/>
                    <a:pt x="20" y="3"/>
                  </a:cubicBezTo>
                  <a:cubicBezTo>
                    <a:pt x="29" y="3"/>
                    <a:pt x="36" y="10"/>
                    <a:pt x="36" y="19"/>
                  </a:cubicBezTo>
                  <a:close/>
                  <a:moveTo>
                    <a:pt x="0" y="19"/>
                  </a:moveTo>
                  <a:cubicBezTo>
                    <a:pt x="0" y="31"/>
                    <a:pt x="9" y="39"/>
                    <a:pt x="20" y="39"/>
                  </a:cubicBezTo>
                  <a:cubicBezTo>
                    <a:pt x="31" y="39"/>
                    <a:pt x="40" y="31"/>
                    <a:pt x="40" y="19"/>
                  </a:cubicBezTo>
                  <a:cubicBezTo>
                    <a:pt x="40" y="8"/>
                    <a:pt x="31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6469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631">
              <a:extLst>
                <a:ext uri="{FF2B5EF4-FFF2-40B4-BE49-F238E27FC236}">
                  <a16:creationId xmlns:a16="http://schemas.microsoft.com/office/drawing/2014/main" id="{5F095634-D265-C24C-BAF6-796250C43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927" y="2090607"/>
              <a:ext cx="116779" cy="132202"/>
            </a:xfrm>
            <a:custGeom>
              <a:avLst/>
              <a:gdLst>
                <a:gd name="T0" fmla="*/ 173 w 221"/>
                <a:gd name="T1" fmla="*/ 250 h 250"/>
                <a:gd name="T2" fmla="*/ 221 w 221"/>
                <a:gd name="T3" fmla="*/ 250 h 250"/>
                <a:gd name="T4" fmla="*/ 192 w 221"/>
                <a:gd name="T5" fmla="*/ 0 h 250"/>
                <a:gd name="T6" fmla="*/ 137 w 221"/>
                <a:gd name="T7" fmla="*/ 0 h 250"/>
                <a:gd name="T8" fmla="*/ 0 w 221"/>
                <a:gd name="T9" fmla="*/ 250 h 250"/>
                <a:gd name="T10" fmla="*/ 52 w 221"/>
                <a:gd name="T11" fmla="*/ 250 h 250"/>
                <a:gd name="T12" fmla="*/ 80 w 221"/>
                <a:gd name="T13" fmla="*/ 200 h 250"/>
                <a:gd name="T14" fmla="*/ 155 w 221"/>
                <a:gd name="T15" fmla="*/ 200 h 250"/>
                <a:gd name="T16" fmla="*/ 163 w 221"/>
                <a:gd name="T17" fmla="*/ 163 h 250"/>
                <a:gd name="T18" fmla="*/ 99 w 221"/>
                <a:gd name="T19" fmla="*/ 163 h 250"/>
                <a:gd name="T20" fmla="*/ 99 w 221"/>
                <a:gd name="T21" fmla="*/ 163 h 250"/>
                <a:gd name="T22" fmla="*/ 154 w 221"/>
                <a:gd name="T23" fmla="*/ 68 h 250"/>
                <a:gd name="T24" fmla="*/ 173 w 221"/>
                <a:gd name="T25" fmla="*/ 250 h 250"/>
                <a:gd name="T26" fmla="*/ 173 w 221"/>
                <a:gd name="T27" fmla="*/ 25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50">
                  <a:moveTo>
                    <a:pt x="173" y="250"/>
                  </a:moveTo>
                  <a:lnTo>
                    <a:pt x="221" y="250"/>
                  </a:lnTo>
                  <a:lnTo>
                    <a:pt x="192" y="0"/>
                  </a:lnTo>
                  <a:lnTo>
                    <a:pt x="137" y="0"/>
                  </a:lnTo>
                  <a:lnTo>
                    <a:pt x="0" y="250"/>
                  </a:lnTo>
                  <a:lnTo>
                    <a:pt x="52" y="250"/>
                  </a:lnTo>
                  <a:cubicBezTo>
                    <a:pt x="52" y="250"/>
                    <a:pt x="79" y="202"/>
                    <a:pt x="80" y="200"/>
                  </a:cubicBezTo>
                  <a:lnTo>
                    <a:pt x="155" y="200"/>
                  </a:lnTo>
                  <a:lnTo>
                    <a:pt x="163" y="163"/>
                  </a:lnTo>
                  <a:lnTo>
                    <a:pt x="99" y="163"/>
                  </a:lnTo>
                  <a:cubicBezTo>
                    <a:pt x="99" y="163"/>
                    <a:pt x="99" y="163"/>
                    <a:pt x="99" y="163"/>
                  </a:cubicBezTo>
                  <a:cubicBezTo>
                    <a:pt x="103" y="155"/>
                    <a:pt x="152" y="70"/>
                    <a:pt x="154" y="68"/>
                  </a:cubicBezTo>
                  <a:cubicBezTo>
                    <a:pt x="154" y="70"/>
                    <a:pt x="173" y="250"/>
                    <a:pt x="173" y="250"/>
                  </a:cubicBezTo>
                  <a:lnTo>
                    <a:pt x="173" y="250"/>
                  </a:lnTo>
                </a:path>
              </a:pathLst>
            </a:custGeom>
            <a:solidFill>
              <a:srgbClr val="6469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32">
              <a:extLst>
                <a:ext uri="{FF2B5EF4-FFF2-40B4-BE49-F238E27FC236}">
                  <a16:creationId xmlns:a16="http://schemas.microsoft.com/office/drawing/2014/main" id="{94D98733-E809-6445-9C5B-A0AC8492C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824" y="2090607"/>
              <a:ext cx="56186" cy="132202"/>
            </a:xfrm>
            <a:custGeom>
              <a:avLst/>
              <a:gdLst>
                <a:gd name="T0" fmla="*/ 51 w 51"/>
                <a:gd name="T1" fmla="*/ 0 h 120"/>
                <a:gd name="T2" fmla="*/ 25 w 51"/>
                <a:gd name="T3" fmla="*/ 0 h 120"/>
                <a:gd name="T4" fmla="*/ 0 w 51"/>
                <a:gd name="T5" fmla="*/ 120 h 120"/>
                <a:gd name="T6" fmla="*/ 27 w 51"/>
                <a:gd name="T7" fmla="*/ 120 h 120"/>
                <a:gd name="T8" fmla="*/ 51 w 51"/>
                <a:gd name="T9" fmla="*/ 0 h 120"/>
                <a:gd name="T10" fmla="*/ 51 w 51"/>
                <a:gd name="T1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20">
                  <a:moveTo>
                    <a:pt x="51" y="0"/>
                  </a:moveTo>
                  <a:lnTo>
                    <a:pt x="25" y="0"/>
                  </a:lnTo>
                  <a:lnTo>
                    <a:pt x="0" y="120"/>
                  </a:lnTo>
                  <a:lnTo>
                    <a:pt x="27" y="120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6469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633">
              <a:extLst>
                <a:ext uri="{FF2B5EF4-FFF2-40B4-BE49-F238E27FC236}">
                  <a16:creationId xmlns:a16="http://schemas.microsoft.com/office/drawing/2014/main" id="{814D973D-5CAB-4C4B-AC54-1985D7F87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12" y="2090607"/>
              <a:ext cx="113474" cy="132202"/>
            </a:xfrm>
            <a:custGeom>
              <a:avLst/>
              <a:gdLst>
                <a:gd name="T0" fmla="*/ 78 w 215"/>
                <a:gd name="T1" fmla="*/ 62 h 250"/>
                <a:gd name="T2" fmla="*/ 100 w 215"/>
                <a:gd name="T3" fmla="*/ 40 h 250"/>
                <a:gd name="T4" fmla="*/ 205 w 215"/>
                <a:gd name="T5" fmla="*/ 40 h 250"/>
                <a:gd name="T6" fmla="*/ 215 w 215"/>
                <a:gd name="T7" fmla="*/ 0 h 250"/>
                <a:gd name="T8" fmla="*/ 87 w 215"/>
                <a:gd name="T9" fmla="*/ 0 h 250"/>
                <a:gd name="T10" fmla="*/ 32 w 215"/>
                <a:gd name="T11" fmla="*/ 66 h 250"/>
                <a:gd name="T12" fmla="*/ 6 w 215"/>
                <a:gd name="T13" fmla="*/ 190 h 250"/>
                <a:gd name="T14" fmla="*/ 57 w 215"/>
                <a:gd name="T15" fmla="*/ 250 h 250"/>
                <a:gd name="T16" fmla="*/ 174 w 215"/>
                <a:gd name="T17" fmla="*/ 250 h 250"/>
                <a:gd name="T18" fmla="*/ 183 w 215"/>
                <a:gd name="T19" fmla="*/ 209 h 250"/>
                <a:gd name="T20" fmla="*/ 75 w 215"/>
                <a:gd name="T21" fmla="*/ 209 h 250"/>
                <a:gd name="T22" fmla="*/ 57 w 215"/>
                <a:gd name="T23" fmla="*/ 180 h 250"/>
                <a:gd name="T24" fmla="*/ 68 w 215"/>
                <a:gd name="T25" fmla="*/ 121 h 250"/>
                <a:gd name="T26" fmla="*/ 68 w 215"/>
                <a:gd name="T27" fmla="*/ 121 h 250"/>
                <a:gd name="T28" fmla="*/ 78 w 215"/>
                <a:gd name="T29" fmla="*/ 62 h 250"/>
                <a:gd name="T30" fmla="*/ 78 w 215"/>
                <a:gd name="T31" fmla="*/ 62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5" h="250">
                  <a:moveTo>
                    <a:pt x="78" y="62"/>
                  </a:moveTo>
                  <a:cubicBezTo>
                    <a:pt x="80" y="54"/>
                    <a:pt x="82" y="40"/>
                    <a:pt x="100" y="40"/>
                  </a:cubicBezTo>
                  <a:cubicBezTo>
                    <a:pt x="110" y="40"/>
                    <a:pt x="205" y="40"/>
                    <a:pt x="205" y="40"/>
                  </a:cubicBezTo>
                  <a:lnTo>
                    <a:pt x="215" y="0"/>
                  </a:lnTo>
                  <a:cubicBezTo>
                    <a:pt x="215" y="0"/>
                    <a:pt x="122" y="0"/>
                    <a:pt x="87" y="0"/>
                  </a:cubicBezTo>
                  <a:cubicBezTo>
                    <a:pt x="38" y="0"/>
                    <a:pt x="35" y="50"/>
                    <a:pt x="32" y="66"/>
                  </a:cubicBezTo>
                  <a:cubicBezTo>
                    <a:pt x="28" y="83"/>
                    <a:pt x="7" y="185"/>
                    <a:pt x="6" y="190"/>
                  </a:cubicBezTo>
                  <a:cubicBezTo>
                    <a:pt x="0" y="219"/>
                    <a:pt x="15" y="250"/>
                    <a:pt x="57" y="250"/>
                  </a:cubicBezTo>
                  <a:lnTo>
                    <a:pt x="174" y="250"/>
                  </a:lnTo>
                  <a:lnTo>
                    <a:pt x="183" y="209"/>
                  </a:lnTo>
                  <a:lnTo>
                    <a:pt x="75" y="209"/>
                  </a:lnTo>
                  <a:cubicBezTo>
                    <a:pt x="55" y="209"/>
                    <a:pt x="54" y="197"/>
                    <a:pt x="57" y="180"/>
                  </a:cubicBezTo>
                  <a:lnTo>
                    <a:pt x="68" y="121"/>
                  </a:lnTo>
                  <a:lnTo>
                    <a:pt x="68" y="121"/>
                  </a:lnTo>
                  <a:cubicBezTo>
                    <a:pt x="68" y="121"/>
                    <a:pt x="74" y="85"/>
                    <a:pt x="78" y="62"/>
                  </a:cubicBezTo>
                  <a:lnTo>
                    <a:pt x="78" y="62"/>
                  </a:lnTo>
                </a:path>
              </a:pathLst>
            </a:custGeom>
            <a:solidFill>
              <a:srgbClr val="6469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634">
              <a:extLst>
                <a:ext uri="{FF2B5EF4-FFF2-40B4-BE49-F238E27FC236}">
                  <a16:creationId xmlns:a16="http://schemas.microsoft.com/office/drawing/2014/main" id="{C035E1DD-6ABE-7E46-A767-472E48CC8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0369" y="2087303"/>
              <a:ext cx="117881" cy="135507"/>
            </a:xfrm>
            <a:custGeom>
              <a:avLst/>
              <a:gdLst>
                <a:gd name="T0" fmla="*/ 88 w 223"/>
                <a:gd name="T1" fmla="*/ 68 h 255"/>
                <a:gd name="T2" fmla="*/ 113 w 223"/>
                <a:gd name="T3" fmla="*/ 45 h 255"/>
                <a:gd name="T4" fmla="*/ 214 w 223"/>
                <a:gd name="T5" fmla="*/ 45 h 255"/>
                <a:gd name="T6" fmla="*/ 223 w 223"/>
                <a:gd name="T7" fmla="*/ 5 h 255"/>
                <a:gd name="T8" fmla="*/ 102 w 223"/>
                <a:gd name="T9" fmla="*/ 5 h 255"/>
                <a:gd name="T10" fmla="*/ 42 w 223"/>
                <a:gd name="T11" fmla="*/ 64 h 255"/>
                <a:gd name="T12" fmla="*/ 35 w 223"/>
                <a:gd name="T13" fmla="*/ 114 h 255"/>
                <a:gd name="T14" fmla="*/ 69 w 223"/>
                <a:gd name="T15" fmla="*/ 143 h 255"/>
                <a:gd name="T16" fmla="*/ 142 w 223"/>
                <a:gd name="T17" fmla="*/ 143 h 255"/>
                <a:gd name="T18" fmla="*/ 155 w 223"/>
                <a:gd name="T19" fmla="*/ 152 h 255"/>
                <a:gd name="T20" fmla="*/ 145 w 223"/>
                <a:gd name="T21" fmla="*/ 203 h 255"/>
                <a:gd name="T22" fmla="*/ 113 w 223"/>
                <a:gd name="T23" fmla="*/ 214 h 255"/>
                <a:gd name="T24" fmla="*/ 9 w 223"/>
                <a:gd name="T25" fmla="*/ 214 h 255"/>
                <a:gd name="T26" fmla="*/ 0 w 223"/>
                <a:gd name="T27" fmla="*/ 255 h 255"/>
                <a:gd name="T28" fmla="*/ 131 w 223"/>
                <a:gd name="T29" fmla="*/ 255 h 255"/>
                <a:gd name="T30" fmla="*/ 191 w 223"/>
                <a:gd name="T31" fmla="*/ 217 h 255"/>
                <a:gd name="T32" fmla="*/ 205 w 223"/>
                <a:gd name="T33" fmla="*/ 147 h 255"/>
                <a:gd name="T34" fmla="*/ 164 w 223"/>
                <a:gd name="T35" fmla="*/ 100 h 255"/>
                <a:gd name="T36" fmla="*/ 100 w 223"/>
                <a:gd name="T37" fmla="*/ 100 h 255"/>
                <a:gd name="T38" fmla="*/ 85 w 223"/>
                <a:gd name="T39" fmla="*/ 90 h 255"/>
                <a:gd name="T40" fmla="*/ 88 w 223"/>
                <a:gd name="T41" fmla="*/ 68 h 255"/>
                <a:gd name="T42" fmla="*/ 88 w 223"/>
                <a:gd name="T43" fmla="*/ 68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3" h="255">
                  <a:moveTo>
                    <a:pt x="88" y="68"/>
                  </a:moveTo>
                  <a:cubicBezTo>
                    <a:pt x="92" y="51"/>
                    <a:pt x="90" y="45"/>
                    <a:pt x="113" y="45"/>
                  </a:cubicBezTo>
                  <a:cubicBezTo>
                    <a:pt x="145" y="45"/>
                    <a:pt x="214" y="45"/>
                    <a:pt x="214" y="45"/>
                  </a:cubicBezTo>
                  <a:lnTo>
                    <a:pt x="223" y="5"/>
                  </a:lnTo>
                  <a:cubicBezTo>
                    <a:pt x="223" y="5"/>
                    <a:pt x="148" y="5"/>
                    <a:pt x="102" y="5"/>
                  </a:cubicBezTo>
                  <a:cubicBezTo>
                    <a:pt x="86" y="5"/>
                    <a:pt x="51" y="0"/>
                    <a:pt x="42" y="64"/>
                  </a:cubicBezTo>
                  <a:cubicBezTo>
                    <a:pt x="38" y="92"/>
                    <a:pt x="35" y="105"/>
                    <a:pt x="35" y="114"/>
                  </a:cubicBezTo>
                  <a:cubicBezTo>
                    <a:pt x="33" y="137"/>
                    <a:pt x="53" y="143"/>
                    <a:pt x="69" y="143"/>
                  </a:cubicBezTo>
                  <a:cubicBezTo>
                    <a:pt x="92" y="143"/>
                    <a:pt x="142" y="143"/>
                    <a:pt x="142" y="143"/>
                  </a:cubicBezTo>
                  <a:cubicBezTo>
                    <a:pt x="153" y="143"/>
                    <a:pt x="157" y="143"/>
                    <a:pt x="155" y="152"/>
                  </a:cubicBezTo>
                  <a:cubicBezTo>
                    <a:pt x="153" y="166"/>
                    <a:pt x="147" y="194"/>
                    <a:pt x="145" y="203"/>
                  </a:cubicBezTo>
                  <a:cubicBezTo>
                    <a:pt x="143" y="216"/>
                    <a:pt x="127" y="214"/>
                    <a:pt x="113" y="214"/>
                  </a:cubicBezTo>
                  <a:lnTo>
                    <a:pt x="9" y="214"/>
                  </a:lnTo>
                  <a:lnTo>
                    <a:pt x="0" y="255"/>
                  </a:lnTo>
                  <a:lnTo>
                    <a:pt x="131" y="255"/>
                  </a:lnTo>
                  <a:cubicBezTo>
                    <a:pt x="158" y="255"/>
                    <a:pt x="184" y="245"/>
                    <a:pt x="191" y="217"/>
                  </a:cubicBezTo>
                  <a:cubicBezTo>
                    <a:pt x="198" y="189"/>
                    <a:pt x="201" y="169"/>
                    <a:pt x="205" y="147"/>
                  </a:cubicBezTo>
                  <a:cubicBezTo>
                    <a:pt x="210" y="120"/>
                    <a:pt x="194" y="100"/>
                    <a:pt x="164" y="100"/>
                  </a:cubicBezTo>
                  <a:lnTo>
                    <a:pt x="100" y="100"/>
                  </a:lnTo>
                  <a:cubicBezTo>
                    <a:pt x="94" y="100"/>
                    <a:pt x="82" y="102"/>
                    <a:pt x="85" y="90"/>
                  </a:cubicBezTo>
                  <a:cubicBezTo>
                    <a:pt x="85" y="85"/>
                    <a:pt x="86" y="79"/>
                    <a:pt x="88" y="68"/>
                  </a:cubicBezTo>
                  <a:lnTo>
                    <a:pt x="88" y="68"/>
                  </a:lnTo>
                </a:path>
              </a:pathLst>
            </a:custGeom>
            <a:solidFill>
              <a:srgbClr val="6469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78823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3.xml"/><Relationship Id="rId1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895349"/>
            <a:ext cx="8496300" cy="36195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eaLnBrk="1" hangingPunct="1"/>
            <a:r>
              <a:rPr lang="en-US" dirty="0"/>
              <a:t>      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72C63A40-9D35-9140-8E05-B9EEB022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14753"/>
            <a:ext cx="8496300" cy="3757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BF2CB07-FEC6-5643-8BF3-47CFE2176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3814358" y="1596649"/>
            <a:ext cx="238515" cy="19429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r">
              <a:defRPr sz="800" b="0" i="0">
                <a:solidFill>
                  <a:schemeClr val="tx2"/>
                </a:solidFill>
                <a:latin typeface="Gill Sans MT" panose="020B0502020104020203" pitchFamily="34" charset="77"/>
                <a:cs typeface="Arial" pitchFamily="34" charset="0"/>
              </a:defRPr>
            </a:lvl1pPr>
          </a:lstStyle>
          <a:p>
            <a:fld id="{F5B7371F-B25E-42BE-91F9-DCD17E1CF49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94A00D9-92BC-1448-9378-98475109065D}"/>
              </a:ext>
            </a:extLst>
          </p:cNvPr>
          <p:cNvGrpSpPr/>
          <p:nvPr userDrawn="1"/>
        </p:nvGrpSpPr>
        <p:grpSpPr>
          <a:xfrm flipH="1" flipV="1">
            <a:off x="8679941" y="4834130"/>
            <a:ext cx="464056" cy="309370"/>
            <a:chOff x="2168548" y="4509177"/>
            <a:chExt cx="1651718" cy="1101148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B9A4C09D-C946-9046-ABA0-6ACA91AB3286}"/>
                </a:ext>
              </a:extLst>
            </p:cNvPr>
            <p:cNvSpPr/>
            <p:nvPr userDrawn="1"/>
          </p:nvSpPr>
          <p:spPr>
            <a:xfrm>
              <a:off x="2719120" y="4509178"/>
              <a:ext cx="550573" cy="550573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0821F78-BB0B-2244-8931-AB01F17A99B4}"/>
                </a:ext>
              </a:extLst>
            </p:cNvPr>
            <p:cNvSpPr/>
            <p:nvPr userDrawn="1"/>
          </p:nvSpPr>
          <p:spPr>
            <a:xfrm rot="5400000">
              <a:off x="3269693" y="4509177"/>
              <a:ext cx="550573" cy="550573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49D5464-F01A-9447-B7FD-C56AEF5674FB}"/>
                </a:ext>
              </a:extLst>
            </p:cNvPr>
            <p:cNvSpPr/>
            <p:nvPr userDrawn="1"/>
          </p:nvSpPr>
          <p:spPr>
            <a:xfrm rot="10800000">
              <a:off x="2719122" y="5059752"/>
              <a:ext cx="550573" cy="550573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982A12E6-BF31-0D44-A7C0-E095B5205AD2}"/>
                </a:ext>
              </a:extLst>
            </p:cNvPr>
            <p:cNvSpPr/>
            <p:nvPr userDrawn="1"/>
          </p:nvSpPr>
          <p:spPr>
            <a:xfrm rot="16200000">
              <a:off x="2168549" y="5059752"/>
              <a:ext cx="550573" cy="550573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BD346209-F844-2B48-942F-A263BEB8F106}"/>
                </a:ext>
              </a:extLst>
            </p:cNvPr>
            <p:cNvSpPr/>
            <p:nvPr userDrawn="1"/>
          </p:nvSpPr>
          <p:spPr>
            <a:xfrm rot="5400000">
              <a:off x="2168548" y="4509179"/>
              <a:ext cx="550573" cy="550573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02589C8-9D4E-814A-B36A-FA7F45C4A589}"/>
              </a:ext>
            </a:extLst>
          </p:cNvPr>
          <p:cNvGrpSpPr/>
          <p:nvPr/>
        </p:nvGrpSpPr>
        <p:grpSpPr>
          <a:xfrm>
            <a:off x="342900" y="4889985"/>
            <a:ext cx="482515" cy="158265"/>
            <a:chOff x="6710369" y="2087303"/>
            <a:chExt cx="413131" cy="135507"/>
          </a:xfrm>
        </p:grpSpPr>
        <p:sp>
          <p:nvSpPr>
            <p:cNvPr id="66" name="Freeform 629">
              <a:extLst>
                <a:ext uri="{FF2B5EF4-FFF2-40B4-BE49-F238E27FC236}">
                  <a16:creationId xmlns:a16="http://schemas.microsoft.com/office/drawing/2014/main" id="{209794B7-A5AB-DA46-B12D-89BBFA08C0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8077" y="2206285"/>
              <a:ext cx="9916" cy="12119"/>
            </a:xfrm>
            <a:custGeom>
              <a:avLst/>
              <a:gdLst>
                <a:gd name="T0" fmla="*/ 4 w 17"/>
                <a:gd name="T1" fmla="*/ 3 h 23"/>
                <a:gd name="T2" fmla="*/ 8 w 17"/>
                <a:gd name="T3" fmla="*/ 3 h 23"/>
                <a:gd name="T4" fmla="*/ 13 w 17"/>
                <a:gd name="T5" fmla="*/ 6 h 23"/>
                <a:gd name="T6" fmla="*/ 8 w 17"/>
                <a:gd name="T7" fmla="*/ 10 h 23"/>
                <a:gd name="T8" fmla="*/ 4 w 17"/>
                <a:gd name="T9" fmla="*/ 10 h 23"/>
                <a:gd name="T10" fmla="*/ 4 w 17"/>
                <a:gd name="T11" fmla="*/ 3 h 23"/>
                <a:gd name="T12" fmla="*/ 0 w 17"/>
                <a:gd name="T13" fmla="*/ 23 h 23"/>
                <a:gd name="T14" fmla="*/ 4 w 17"/>
                <a:gd name="T15" fmla="*/ 23 h 23"/>
                <a:gd name="T16" fmla="*/ 4 w 17"/>
                <a:gd name="T17" fmla="*/ 13 h 23"/>
                <a:gd name="T18" fmla="*/ 8 w 17"/>
                <a:gd name="T19" fmla="*/ 13 h 23"/>
                <a:gd name="T20" fmla="*/ 14 w 17"/>
                <a:gd name="T21" fmla="*/ 23 h 23"/>
                <a:gd name="T22" fmla="*/ 17 w 17"/>
                <a:gd name="T23" fmla="*/ 23 h 23"/>
                <a:gd name="T24" fmla="*/ 11 w 17"/>
                <a:gd name="T25" fmla="*/ 13 h 23"/>
                <a:gd name="T26" fmla="*/ 17 w 17"/>
                <a:gd name="T27" fmla="*/ 7 h 23"/>
                <a:gd name="T28" fmla="*/ 9 w 17"/>
                <a:gd name="T29" fmla="*/ 0 h 23"/>
                <a:gd name="T30" fmla="*/ 0 w 17"/>
                <a:gd name="T31" fmla="*/ 0 h 23"/>
                <a:gd name="T32" fmla="*/ 0 w 17"/>
                <a:gd name="T33" fmla="*/ 23 h 23"/>
                <a:gd name="T34" fmla="*/ 0 w 17"/>
                <a:gd name="T3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" h="23">
                  <a:moveTo>
                    <a:pt x="4" y="3"/>
                  </a:moveTo>
                  <a:lnTo>
                    <a:pt x="8" y="3"/>
                  </a:lnTo>
                  <a:cubicBezTo>
                    <a:pt x="11" y="3"/>
                    <a:pt x="13" y="4"/>
                    <a:pt x="13" y="6"/>
                  </a:cubicBezTo>
                  <a:cubicBezTo>
                    <a:pt x="13" y="10"/>
                    <a:pt x="11" y="10"/>
                    <a:pt x="8" y="10"/>
                  </a:cubicBezTo>
                  <a:lnTo>
                    <a:pt x="4" y="10"/>
                  </a:lnTo>
                  <a:lnTo>
                    <a:pt x="4" y="3"/>
                  </a:lnTo>
                  <a:close/>
                  <a:moveTo>
                    <a:pt x="0" y="23"/>
                  </a:moveTo>
                  <a:lnTo>
                    <a:pt x="4" y="23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14" y="23"/>
                  </a:lnTo>
                  <a:lnTo>
                    <a:pt x="17" y="23"/>
                  </a:lnTo>
                  <a:lnTo>
                    <a:pt x="11" y="13"/>
                  </a:lnTo>
                  <a:cubicBezTo>
                    <a:pt x="14" y="12"/>
                    <a:pt x="17" y="11"/>
                    <a:pt x="17" y="7"/>
                  </a:cubicBezTo>
                  <a:cubicBezTo>
                    <a:pt x="17" y="2"/>
                    <a:pt x="14" y="0"/>
                    <a:pt x="9" y="0"/>
                  </a:cubicBezTo>
                  <a:lnTo>
                    <a:pt x="0" y="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6469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7" name="Freeform 630">
              <a:extLst>
                <a:ext uri="{FF2B5EF4-FFF2-40B4-BE49-F238E27FC236}">
                  <a16:creationId xmlns:a16="http://schemas.microsoft.com/office/drawing/2014/main" id="{7C82BC25-3E89-6841-9886-C40C5FF8EB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2568" y="2201878"/>
              <a:ext cx="20932" cy="20932"/>
            </a:xfrm>
            <a:custGeom>
              <a:avLst/>
              <a:gdLst>
                <a:gd name="T0" fmla="*/ 36 w 40"/>
                <a:gd name="T1" fmla="*/ 19 h 39"/>
                <a:gd name="T2" fmla="*/ 20 w 40"/>
                <a:gd name="T3" fmla="*/ 36 h 39"/>
                <a:gd name="T4" fmla="*/ 4 w 40"/>
                <a:gd name="T5" fmla="*/ 19 h 39"/>
                <a:gd name="T6" fmla="*/ 20 w 40"/>
                <a:gd name="T7" fmla="*/ 3 h 39"/>
                <a:gd name="T8" fmla="*/ 36 w 40"/>
                <a:gd name="T9" fmla="*/ 19 h 39"/>
                <a:gd name="T10" fmla="*/ 0 w 40"/>
                <a:gd name="T11" fmla="*/ 19 h 39"/>
                <a:gd name="T12" fmla="*/ 20 w 40"/>
                <a:gd name="T13" fmla="*/ 39 h 39"/>
                <a:gd name="T14" fmla="*/ 40 w 40"/>
                <a:gd name="T15" fmla="*/ 19 h 39"/>
                <a:gd name="T16" fmla="*/ 20 w 40"/>
                <a:gd name="T17" fmla="*/ 0 h 39"/>
                <a:gd name="T18" fmla="*/ 0 w 40"/>
                <a:gd name="T19" fmla="*/ 19 h 39"/>
                <a:gd name="T20" fmla="*/ 0 w 40"/>
                <a:gd name="T2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39">
                  <a:moveTo>
                    <a:pt x="36" y="19"/>
                  </a:moveTo>
                  <a:cubicBezTo>
                    <a:pt x="36" y="29"/>
                    <a:pt x="29" y="36"/>
                    <a:pt x="20" y="36"/>
                  </a:cubicBezTo>
                  <a:cubicBezTo>
                    <a:pt x="11" y="36"/>
                    <a:pt x="4" y="29"/>
                    <a:pt x="4" y="19"/>
                  </a:cubicBezTo>
                  <a:cubicBezTo>
                    <a:pt x="4" y="10"/>
                    <a:pt x="11" y="3"/>
                    <a:pt x="20" y="3"/>
                  </a:cubicBezTo>
                  <a:cubicBezTo>
                    <a:pt x="29" y="3"/>
                    <a:pt x="36" y="10"/>
                    <a:pt x="36" y="19"/>
                  </a:cubicBezTo>
                  <a:close/>
                  <a:moveTo>
                    <a:pt x="0" y="19"/>
                  </a:moveTo>
                  <a:cubicBezTo>
                    <a:pt x="0" y="31"/>
                    <a:pt x="9" y="39"/>
                    <a:pt x="20" y="39"/>
                  </a:cubicBezTo>
                  <a:cubicBezTo>
                    <a:pt x="31" y="39"/>
                    <a:pt x="40" y="31"/>
                    <a:pt x="40" y="19"/>
                  </a:cubicBezTo>
                  <a:cubicBezTo>
                    <a:pt x="40" y="8"/>
                    <a:pt x="31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6469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8" name="Freeform 631">
              <a:extLst>
                <a:ext uri="{FF2B5EF4-FFF2-40B4-BE49-F238E27FC236}">
                  <a16:creationId xmlns:a16="http://schemas.microsoft.com/office/drawing/2014/main" id="{78CB54C8-B337-7F4D-A037-F7D34014B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927" y="2090607"/>
              <a:ext cx="116779" cy="132202"/>
            </a:xfrm>
            <a:custGeom>
              <a:avLst/>
              <a:gdLst>
                <a:gd name="T0" fmla="*/ 173 w 221"/>
                <a:gd name="T1" fmla="*/ 250 h 250"/>
                <a:gd name="T2" fmla="*/ 221 w 221"/>
                <a:gd name="T3" fmla="*/ 250 h 250"/>
                <a:gd name="T4" fmla="*/ 192 w 221"/>
                <a:gd name="T5" fmla="*/ 0 h 250"/>
                <a:gd name="T6" fmla="*/ 137 w 221"/>
                <a:gd name="T7" fmla="*/ 0 h 250"/>
                <a:gd name="T8" fmla="*/ 0 w 221"/>
                <a:gd name="T9" fmla="*/ 250 h 250"/>
                <a:gd name="T10" fmla="*/ 52 w 221"/>
                <a:gd name="T11" fmla="*/ 250 h 250"/>
                <a:gd name="T12" fmla="*/ 80 w 221"/>
                <a:gd name="T13" fmla="*/ 200 h 250"/>
                <a:gd name="T14" fmla="*/ 155 w 221"/>
                <a:gd name="T15" fmla="*/ 200 h 250"/>
                <a:gd name="T16" fmla="*/ 163 w 221"/>
                <a:gd name="T17" fmla="*/ 163 h 250"/>
                <a:gd name="T18" fmla="*/ 99 w 221"/>
                <a:gd name="T19" fmla="*/ 163 h 250"/>
                <a:gd name="T20" fmla="*/ 99 w 221"/>
                <a:gd name="T21" fmla="*/ 163 h 250"/>
                <a:gd name="T22" fmla="*/ 154 w 221"/>
                <a:gd name="T23" fmla="*/ 68 h 250"/>
                <a:gd name="T24" fmla="*/ 173 w 221"/>
                <a:gd name="T25" fmla="*/ 250 h 250"/>
                <a:gd name="T26" fmla="*/ 173 w 221"/>
                <a:gd name="T27" fmla="*/ 25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50">
                  <a:moveTo>
                    <a:pt x="173" y="250"/>
                  </a:moveTo>
                  <a:lnTo>
                    <a:pt x="221" y="250"/>
                  </a:lnTo>
                  <a:lnTo>
                    <a:pt x="192" y="0"/>
                  </a:lnTo>
                  <a:lnTo>
                    <a:pt x="137" y="0"/>
                  </a:lnTo>
                  <a:lnTo>
                    <a:pt x="0" y="250"/>
                  </a:lnTo>
                  <a:lnTo>
                    <a:pt x="52" y="250"/>
                  </a:lnTo>
                  <a:cubicBezTo>
                    <a:pt x="52" y="250"/>
                    <a:pt x="79" y="202"/>
                    <a:pt x="80" y="200"/>
                  </a:cubicBezTo>
                  <a:lnTo>
                    <a:pt x="155" y="200"/>
                  </a:lnTo>
                  <a:lnTo>
                    <a:pt x="163" y="163"/>
                  </a:lnTo>
                  <a:lnTo>
                    <a:pt x="99" y="163"/>
                  </a:lnTo>
                  <a:cubicBezTo>
                    <a:pt x="99" y="163"/>
                    <a:pt x="99" y="163"/>
                    <a:pt x="99" y="163"/>
                  </a:cubicBezTo>
                  <a:cubicBezTo>
                    <a:pt x="103" y="155"/>
                    <a:pt x="152" y="70"/>
                    <a:pt x="154" y="68"/>
                  </a:cubicBezTo>
                  <a:cubicBezTo>
                    <a:pt x="154" y="70"/>
                    <a:pt x="173" y="250"/>
                    <a:pt x="173" y="250"/>
                  </a:cubicBezTo>
                  <a:lnTo>
                    <a:pt x="173" y="250"/>
                  </a:lnTo>
                </a:path>
              </a:pathLst>
            </a:custGeom>
            <a:solidFill>
              <a:srgbClr val="6469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9" name="Freeform 632">
              <a:extLst>
                <a:ext uri="{FF2B5EF4-FFF2-40B4-BE49-F238E27FC236}">
                  <a16:creationId xmlns:a16="http://schemas.microsoft.com/office/drawing/2014/main" id="{3B48E95D-214B-5C4A-949B-F84BEB4FB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824" y="2090607"/>
              <a:ext cx="56186" cy="132202"/>
            </a:xfrm>
            <a:custGeom>
              <a:avLst/>
              <a:gdLst>
                <a:gd name="T0" fmla="*/ 51 w 51"/>
                <a:gd name="T1" fmla="*/ 0 h 120"/>
                <a:gd name="T2" fmla="*/ 25 w 51"/>
                <a:gd name="T3" fmla="*/ 0 h 120"/>
                <a:gd name="T4" fmla="*/ 0 w 51"/>
                <a:gd name="T5" fmla="*/ 120 h 120"/>
                <a:gd name="T6" fmla="*/ 27 w 51"/>
                <a:gd name="T7" fmla="*/ 120 h 120"/>
                <a:gd name="T8" fmla="*/ 51 w 51"/>
                <a:gd name="T9" fmla="*/ 0 h 120"/>
                <a:gd name="T10" fmla="*/ 51 w 51"/>
                <a:gd name="T1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20">
                  <a:moveTo>
                    <a:pt x="51" y="0"/>
                  </a:moveTo>
                  <a:lnTo>
                    <a:pt x="25" y="0"/>
                  </a:lnTo>
                  <a:lnTo>
                    <a:pt x="0" y="120"/>
                  </a:lnTo>
                  <a:lnTo>
                    <a:pt x="27" y="120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6469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0" name="Freeform 633">
              <a:extLst>
                <a:ext uri="{FF2B5EF4-FFF2-40B4-BE49-F238E27FC236}">
                  <a16:creationId xmlns:a16="http://schemas.microsoft.com/office/drawing/2014/main" id="{B281215A-A711-EE4E-B8E3-6EBE50330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12" y="2090607"/>
              <a:ext cx="113474" cy="132202"/>
            </a:xfrm>
            <a:custGeom>
              <a:avLst/>
              <a:gdLst>
                <a:gd name="T0" fmla="*/ 78 w 215"/>
                <a:gd name="T1" fmla="*/ 62 h 250"/>
                <a:gd name="T2" fmla="*/ 100 w 215"/>
                <a:gd name="T3" fmla="*/ 40 h 250"/>
                <a:gd name="T4" fmla="*/ 205 w 215"/>
                <a:gd name="T5" fmla="*/ 40 h 250"/>
                <a:gd name="T6" fmla="*/ 215 w 215"/>
                <a:gd name="T7" fmla="*/ 0 h 250"/>
                <a:gd name="T8" fmla="*/ 87 w 215"/>
                <a:gd name="T9" fmla="*/ 0 h 250"/>
                <a:gd name="T10" fmla="*/ 32 w 215"/>
                <a:gd name="T11" fmla="*/ 66 h 250"/>
                <a:gd name="T12" fmla="*/ 6 w 215"/>
                <a:gd name="T13" fmla="*/ 190 h 250"/>
                <a:gd name="T14" fmla="*/ 57 w 215"/>
                <a:gd name="T15" fmla="*/ 250 h 250"/>
                <a:gd name="T16" fmla="*/ 174 w 215"/>
                <a:gd name="T17" fmla="*/ 250 h 250"/>
                <a:gd name="T18" fmla="*/ 183 w 215"/>
                <a:gd name="T19" fmla="*/ 209 h 250"/>
                <a:gd name="T20" fmla="*/ 75 w 215"/>
                <a:gd name="T21" fmla="*/ 209 h 250"/>
                <a:gd name="T22" fmla="*/ 57 w 215"/>
                <a:gd name="T23" fmla="*/ 180 h 250"/>
                <a:gd name="T24" fmla="*/ 68 w 215"/>
                <a:gd name="T25" fmla="*/ 121 h 250"/>
                <a:gd name="T26" fmla="*/ 68 w 215"/>
                <a:gd name="T27" fmla="*/ 121 h 250"/>
                <a:gd name="T28" fmla="*/ 78 w 215"/>
                <a:gd name="T29" fmla="*/ 62 h 250"/>
                <a:gd name="T30" fmla="*/ 78 w 215"/>
                <a:gd name="T31" fmla="*/ 62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5" h="250">
                  <a:moveTo>
                    <a:pt x="78" y="62"/>
                  </a:moveTo>
                  <a:cubicBezTo>
                    <a:pt x="80" y="54"/>
                    <a:pt x="82" y="40"/>
                    <a:pt x="100" y="40"/>
                  </a:cubicBezTo>
                  <a:cubicBezTo>
                    <a:pt x="110" y="40"/>
                    <a:pt x="205" y="40"/>
                    <a:pt x="205" y="40"/>
                  </a:cubicBezTo>
                  <a:lnTo>
                    <a:pt x="215" y="0"/>
                  </a:lnTo>
                  <a:cubicBezTo>
                    <a:pt x="215" y="0"/>
                    <a:pt x="122" y="0"/>
                    <a:pt x="87" y="0"/>
                  </a:cubicBezTo>
                  <a:cubicBezTo>
                    <a:pt x="38" y="0"/>
                    <a:pt x="35" y="50"/>
                    <a:pt x="32" y="66"/>
                  </a:cubicBezTo>
                  <a:cubicBezTo>
                    <a:pt x="28" y="83"/>
                    <a:pt x="7" y="185"/>
                    <a:pt x="6" y="190"/>
                  </a:cubicBezTo>
                  <a:cubicBezTo>
                    <a:pt x="0" y="219"/>
                    <a:pt x="15" y="250"/>
                    <a:pt x="57" y="250"/>
                  </a:cubicBezTo>
                  <a:lnTo>
                    <a:pt x="174" y="250"/>
                  </a:lnTo>
                  <a:lnTo>
                    <a:pt x="183" y="209"/>
                  </a:lnTo>
                  <a:lnTo>
                    <a:pt x="75" y="209"/>
                  </a:lnTo>
                  <a:cubicBezTo>
                    <a:pt x="55" y="209"/>
                    <a:pt x="54" y="197"/>
                    <a:pt x="57" y="180"/>
                  </a:cubicBezTo>
                  <a:lnTo>
                    <a:pt x="68" y="121"/>
                  </a:lnTo>
                  <a:lnTo>
                    <a:pt x="68" y="121"/>
                  </a:lnTo>
                  <a:cubicBezTo>
                    <a:pt x="68" y="121"/>
                    <a:pt x="74" y="85"/>
                    <a:pt x="78" y="62"/>
                  </a:cubicBezTo>
                  <a:lnTo>
                    <a:pt x="78" y="62"/>
                  </a:lnTo>
                </a:path>
              </a:pathLst>
            </a:custGeom>
            <a:solidFill>
              <a:srgbClr val="6469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1" name="Freeform 634">
              <a:extLst>
                <a:ext uri="{FF2B5EF4-FFF2-40B4-BE49-F238E27FC236}">
                  <a16:creationId xmlns:a16="http://schemas.microsoft.com/office/drawing/2014/main" id="{EDDDDD5B-76BC-4D46-BB94-DF09EB8AE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0369" y="2087303"/>
              <a:ext cx="117881" cy="135507"/>
            </a:xfrm>
            <a:custGeom>
              <a:avLst/>
              <a:gdLst>
                <a:gd name="T0" fmla="*/ 88 w 223"/>
                <a:gd name="T1" fmla="*/ 68 h 255"/>
                <a:gd name="T2" fmla="*/ 113 w 223"/>
                <a:gd name="T3" fmla="*/ 45 h 255"/>
                <a:gd name="T4" fmla="*/ 214 w 223"/>
                <a:gd name="T5" fmla="*/ 45 h 255"/>
                <a:gd name="T6" fmla="*/ 223 w 223"/>
                <a:gd name="T7" fmla="*/ 5 h 255"/>
                <a:gd name="T8" fmla="*/ 102 w 223"/>
                <a:gd name="T9" fmla="*/ 5 h 255"/>
                <a:gd name="T10" fmla="*/ 42 w 223"/>
                <a:gd name="T11" fmla="*/ 64 h 255"/>
                <a:gd name="T12" fmla="*/ 35 w 223"/>
                <a:gd name="T13" fmla="*/ 114 h 255"/>
                <a:gd name="T14" fmla="*/ 69 w 223"/>
                <a:gd name="T15" fmla="*/ 143 h 255"/>
                <a:gd name="T16" fmla="*/ 142 w 223"/>
                <a:gd name="T17" fmla="*/ 143 h 255"/>
                <a:gd name="T18" fmla="*/ 155 w 223"/>
                <a:gd name="T19" fmla="*/ 152 h 255"/>
                <a:gd name="T20" fmla="*/ 145 w 223"/>
                <a:gd name="T21" fmla="*/ 203 h 255"/>
                <a:gd name="T22" fmla="*/ 113 w 223"/>
                <a:gd name="T23" fmla="*/ 214 h 255"/>
                <a:gd name="T24" fmla="*/ 9 w 223"/>
                <a:gd name="T25" fmla="*/ 214 h 255"/>
                <a:gd name="T26" fmla="*/ 0 w 223"/>
                <a:gd name="T27" fmla="*/ 255 h 255"/>
                <a:gd name="T28" fmla="*/ 131 w 223"/>
                <a:gd name="T29" fmla="*/ 255 h 255"/>
                <a:gd name="T30" fmla="*/ 191 w 223"/>
                <a:gd name="T31" fmla="*/ 217 h 255"/>
                <a:gd name="T32" fmla="*/ 205 w 223"/>
                <a:gd name="T33" fmla="*/ 147 h 255"/>
                <a:gd name="T34" fmla="*/ 164 w 223"/>
                <a:gd name="T35" fmla="*/ 100 h 255"/>
                <a:gd name="T36" fmla="*/ 100 w 223"/>
                <a:gd name="T37" fmla="*/ 100 h 255"/>
                <a:gd name="T38" fmla="*/ 85 w 223"/>
                <a:gd name="T39" fmla="*/ 90 h 255"/>
                <a:gd name="T40" fmla="*/ 88 w 223"/>
                <a:gd name="T41" fmla="*/ 68 h 255"/>
                <a:gd name="T42" fmla="*/ 88 w 223"/>
                <a:gd name="T43" fmla="*/ 68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3" h="255">
                  <a:moveTo>
                    <a:pt x="88" y="68"/>
                  </a:moveTo>
                  <a:cubicBezTo>
                    <a:pt x="92" y="51"/>
                    <a:pt x="90" y="45"/>
                    <a:pt x="113" y="45"/>
                  </a:cubicBezTo>
                  <a:cubicBezTo>
                    <a:pt x="145" y="45"/>
                    <a:pt x="214" y="45"/>
                    <a:pt x="214" y="45"/>
                  </a:cubicBezTo>
                  <a:lnTo>
                    <a:pt x="223" y="5"/>
                  </a:lnTo>
                  <a:cubicBezTo>
                    <a:pt x="223" y="5"/>
                    <a:pt x="148" y="5"/>
                    <a:pt x="102" y="5"/>
                  </a:cubicBezTo>
                  <a:cubicBezTo>
                    <a:pt x="86" y="5"/>
                    <a:pt x="51" y="0"/>
                    <a:pt x="42" y="64"/>
                  </a:cubicBezTo>
                  <a:cubicBezTo>
                    <a:pt x="38" y="92"/>
                    <a:pt x="35" y="105"/>
                    <a:pt x="35" y="114"/>
                  </a:cubicBezTo>
                  <a:cubicBezTo>
                    <a:pt x="33" y="137"/>
                    <a:pt x="53" y="143"/>
                    <a:pt x="69" y="143"/>
                  </a:cubicBezTo>
                  <a:cubicBezTo>
                    <a:pt x="92" y="143"/>
                    <a:pt x="142" y="143"/>
                    <a:pt x="142" y="143"/>
                  </a:cubicBezTo>
                  <a:cubicBezTo>
                    <a:pt x="153" y="143"/>
                    <a:pt x="157" y="143"/>
                    <a:pt x="155" y="152"/>
                  </a:cubicBezTo>
                  <a:cubicBezTo>
                    <a:pt x="153" y="166"/>
                    <a:pt x="147" y="194"/>
                    <a:pt x="145" y="203"/>
                  </a:cubicBezTo>
                  <a:cubicBezTo>
                    <a:pt x="143" y="216"/>
                    <a:pt x="127" y="214"/>
                    <a:pt x="113" y="214"/>
                  </a:cubicBezTo>
                  <a:lnTo>
                    <a:pt x="9" y="214"/>
                  </a:lnTo>
                  <a:lnTo>
                    <a:pt x="0" y="255"/>
                  </a:lnTo>
                  <a:lnTo>
                    <a:pt x="131" y="255"/>
                  </a:lnTo>
                  <a:cubicBezTo>
                    <a:pt x="158" y="255"/>
                    <a:pt x="184" y="245"/>
                    <a:pt x="191" y="217"/>
                  </a:cubicBezTo>
                  <a:cubicBezTo>
                    <a:pt x="198" y="189"/>
                    <a:pt x="201" y="169"/>
                    <a:pt x="205" y="147"/>
                  </a:cubicBezTo>
                  <a:cubicBezTo>
                    <a:pt x="210" y="120"/>
                    <a:pt x="194" y="100"/>
                    <a:pt x="164" y="100"/>
                  </a:cubicBezTo>
                  <a:lnTo>
                    <a:pt x="100" y="100"/>
                  </a:lnTo>
                  <a:cubicBezTo>
                    <a:pt x="94" y="100"/>
                    <a:pt x="82" y="102"/>
                    <a:pt x="85" y="90"/>
                  </a:cubicBezTo>
                  <a:cubicBezTo>
                    <a:pt x="85" y="85"/>
                    <a:pt x="86" y="79"/>
                    <a:pt x="88" y="68"/>
                  </a:cubicBezTo>
                  <a:lnTo>
                    <a:pt x="88" y="68"/>
                  </a:lnTo>
                </a:path>
              </a:pathLst>
            </a:custGeom>
            <a:solidFill>
              <a:srgbClr val="6469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2" name="Slide Number Placeholder 5">
            <a:extLst>
              <a:ext uri="{FF2B5EF4-FFF2-40B4-BE49-F238E27FC236}">
                <a16:creationId xmlns:a16="http://schemas.microsoft.com/office/drawing/2014/main" id="{5903AD48-91B0-4C4D-8A55-1A969496F3C3}"/>
              </a:ext>
            </a:extLst>
          </p:cNvPr>
          <p:cNvSpPr txBox="1">
            <a:spLocks/>
          </p:cNvSpPr>
          <p:nvPr userDrawn="1"/>
        </p:nvSpPr>
        <p:spPr>
          <a:xfrm>
            <a:off x="8301780" y="4883789"/>
            <a:ext cx="236405" cy="192573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2"/>
                </a:solidFill>
                <a:latin typeface="Gill Sans MT" panose="020B0502020104020203" pitchFamily="34" charset="77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B7371F-B25E-42BE-91F9-DCD17E1CF4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2B8383-DED0-B14D-B075-16CC790B7D62}"/>
              </a:ext>
            </a:extLst>
          </p:cNvPr>
          <p:cNvSpPr txBox="1"/>
          <p:nvPr userDrawn="1"/>
        </p:nvSpPr>
        <p:spPr>
          <a:xfrm>
            <a:off x="5595156" y="4984857"/>
            <a:ext cx="2711471" cy="769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0" i="0" spc="0" dirty="0">
                <a:solidFill>
                  <a:schemeClr val="tx2"/>
                </a:solidFill>
                <a:latin typeface="Gill Sans MT" panose="020B0502020104020203" pitchFamily="34" charset="77"/>
              </a:rPr>
              <a:t>SAIC PROPRIETARY INFORMATION    I    </a:t>
            </a:r>
            <a:r>
              <a:rPr lang="en-US" sz="500" b="0" i="0" spc="0" baseline="0" dirty="0">
                <a:solidFill>
                  <a:schemeClr val="tx2"/>
                </a:solidFill>
                <a:latin typeface="Gill Sans MT" panose="020B0502020104020203" pitchFamily="34" charset="77"/>
                <a:cs typeface="Arial" pitchFamily="34" charset="0"/>
              </a:rPr>
              <a:t> </a:t>
            </a:r>
            <a:r>
              <a:rPr lang="en-US" sz="500" b="0" i="0" spc="0" dirty="0">
                <a:solidFill>
                  <a:schemeClr val="tx2"/>
                </a:solidFill>
                <a:latin typeface="Gill Sans MT" panose="020B0502020104020203" pitchFamily="34" charset="77"/>
                <a:cs typeface="Arial" pitchFamily="34" charset="0"/>
              </a:rPr>
              <a:t>© SAIC.</a:t>
            </a:r>
            <a:r>
              <a:rPr lang="en-US" sz="500" b="0" i="0" spc="0" baseline="0" dirty="0">
                <a:solidFill>
                  <a:schemeClr val="tx2"/>
                </a:solidFill>
                <a:latin typeface="Gill Sans MT" panose="020B0502020104020203" pitchFamily="34" charset="77"/>
                <a:cs typeface="Arial" pitchFamily="34" charset="0"/>
              </a:rPr>
              <a:t> ALL RIGHTS RESERVED    </a:t>
            </a:r>
            <a:r>
              <a:rPr lang="en-US" sz="500" b="0" i="0" spc="0" dirty="0">
                <a:solidFill>
                  <a:schemeClr val="tx2"/>
                </a:solidFill>
                <a:latin typeface="Gill Sans MT" panose="020B0502020104020203" pitchFamily="34" charset="77"/>
              </a:rPr>
              <a:t>I  </a:t>
            </a:r>
            <a:endParaRPr lang="en-US" sz="500" b="0" i="0" spc="0" dirty="0">
              <a:solidFill>
                <a:schemeClr val="tx2"/>
              </a:solidFill>
              <a:latin typeface="Gill Sans MT" panose="020B0502020104020203" pitchFamily="34" charset="7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84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12" r:id="rId9"/>
  </p:sldLayoutIdLst>
  <p:hf hdr="0" ftr="0" dt="0"/>
  <p:txStyles>
    <p:titleStyle>
      <a:lvl1pPr algn="l" defTabSz="914400" rtl="0" eaLnBrk="1" latinLnBrk="0" hangingPunct="1">
        <a:lnSpc>
          <a:spcPts val="2840"/>
        </a:lnSpc>
        <a:spcBef>
          <a:spcPct val="0"/>
        </a:spcBef>
        <a:buNone/>
        <a:defRPr sz="2400" b="0" i="0" kern="1200">
          <a:solidFill>
            <a:schemeClr val="tx2"/>
          </a:solidFill>
          <a:effectLst/>
          <a:latin typeface="Gill Sans MT" panose="020B0502020104020203" pitchFamily="34" charset="77"/>
          <a:ea typeface="Gill Sans MT" panose="020B0502020104020203" pitchFamily="34" charset="77"/>
          <a:cs typeface="Gill Sans MT" panose="020B0502020104020203" pitchFamily="34" charset="77"/>
        </a:defRPr>
      </a:lvl1pPr>
    </p:titleStyle>
    <p:bodyStyle>
      <a:lvl1pPr marL="0" indent="0" algn="l" defTabSz="914400" rtl="0" eaLnBrk="1" latinLnBrk="0" hangingPunct="1">
        <a:spcBef>
          <a:spcPts val="200"/>
        </a:spcBef>
        <a:buClr>
          <a:schemeClr val="tx2"/>
        </a:buClr>
        <a:buFontTx/>
        <a:buNone/>
        <a:defRPr lang="en-US" sz="1600" kern="1200" dirty="0" smtClean="0">
          <a:solidFill>
            <a:schemeClr val="accent2"/>
          </a:solidFill>
          <a:latin typeface="+mn-lt"/>
          <a:ea typeface="+mn-ea"/>
          <a:cs typeface="Arial" pitchFamily="34" charset="0"/>
        </a:defRPr>
      </a:lvl1pPr>
      <a:lvl2pPr marL="400050" indent="-173038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Arial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73088" indent="-173038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SzPct val="80000"/>
        <a:buFont typeface="Arial"/>
        <a:buChar char="•"/>
        <a:tabLst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41363" indent="-168275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Arial" pitchFamily="34" charset="0"/>
        <a:buChar char="–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12" userDrawn="1">
          <p15:clr>
            <a:srgbClr val="F26B43"/>
          </p15:clr>
        </p15:guide>
        <p15:guide id="2" pos="216">
          <p15:clr>
            <a:srgbClr val="F26B43"/>
          </p15:clr>
        </p15:guide>
        <p15:guide id="3" pos="5568">
          <p15:clr>
            <a:srgbClr val="F26B43"/>
          </p15:clr>
        </p15:guide>
        <p15:guide id="5" orient="horz" pos="132">
          <p15:clr>
            <a:srgbClr val="F26B43"/>
          </p15:clr>
        </p15:guide>
        <p15:guide id="6" orient="horz" pos="3180">
          <p15:clr>
            <a:srgbClr val="F26B43"/>
          </p15:clr>
        </p15:guide>
        <p15:guide id="8" orient="horz" pos="564">
          <p15:clr>
            <a:srgbClr val="F26B43"/>
          </p15:clr>
        </p15:guide>
        <p15:guide id="9" pos="2880">
          <p15:clr>
            <a:srgbClr val="F26B43"/>
          </p15:clr>
        </p15:guide>
        <p15:guide id="10" orient="horz" pos="3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123950"/>
            <a:ext cx="8496300" cy="3390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eaLnBrk="1" hangingPunct="1"/>
            <a:r>
              <a:rPr lang="en-US" dirty="0"/>
              <a:t>      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72C63A40-9D35-9140-8E05-B9EEB022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14753"/>
            <a:ext cx="8489407" cy="6805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19E238A-B5B6-5348-88A3-B589423139F7}"/>
              </a:ext>
            </a:extLst>
          </p:cNvPr>
          <p:cNvGrpSpPr/>
          <p:nvPr userDrawn="1"/>
        </p:nvGrpSpPr>
        <p:grpSpPr>
          <a:xfrm flipH="1" flipV="1">
            <a:off x="8679941" y="4834130"/>
            <a:ext cx="464056" cy="309370"/>
            <a:chOff x="2168548" y="4509177"/>
            <a:chExt cx="1651718" cy="1101148"/>
          </a:xfrm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0FEAA2AF-CA82-4946-A8DB-936DACD43C9C}"/>
                </a:ext>
              </a:extLst>
            </p:cNvPr>
            <p:cNvSpPr/>
            <p:nvPr userDrawn="1"/>
          </p:nvSpPr>
          <p:spPr>
            <a:xfrm>
              <a:off x="2719120" y="4509178"/>
              <a:ext cx="550573" cy="550573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34E9BF89-ED66-7D4B-850A-EEB37898FA8A}"/>
                </a:ext>
              </a:extLst>
            </p:cNvPr>
            <p:cNvSpPr/>
            <p:nvPr userDrawn="1"/>
          </p:nvSpPr>
          <p:spPr>
            <a:xfrm rot="5400000">
              <a:off x="3269693" y="4509177"/>
              <a:ext cx="550573" cy="550573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3FC9F341-E149-C840-B70E-C37BC816071E}"/>
                </a:ext>
              </a:extLst>
            </p:cNvPr>
            <p:cNvSpPr/>
            <p:nvPr userDrawn="1"/>
          </p:nvSpPr>
          <p:spPr>
            <a:xfrm rot="10800000">
              <a:off x="2719122" y="5059752"/>
              <a:ext cx="550573" cy="550573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B2536CF3-8961-A046-89EC-4B02F7196014}"/>
                </a:ext>
              </a:extLst>
            </p:cNvPr>
            <p:cNvSpPr/>
            <p:nvPr userDrawn="1"/>
          </p:nvSpPr>
          <p:spPr>
            <a:xfrm rot="16200000">
              <a:off x="2168549" y="5059752"/>
              <a:ext cx="550573" cy="550573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4DE098D1-0242-2042-BDBB-F7EF6EA5E068}"/>
                </a:ext>
              </a:extLst>
            </p:cNvPr>
            <p:cNvSpPr/>
            <p:nvPr userDrawn="1"/>
          </p:nvSpPr>
          <p:spPr>
            <a:xfrm rot="5400000">
              <a:off x="2168548" y="4509179"/>
              <a:ext cx="550573" cy="550573"/>
            </a:xfrm>
            <a:custGeom>
              <a:avLst/>
              <a:gdLst>
                <a:gd name="connsiteX0" fmla="*/ 2054820 w 2054820"/>
                <a:gd name="connsiteY0" fmla="*/ 0 h 2054820"/>
                <a:gd name="connsiteX1" fmla="*/ 2054820 w 2054820"/>
                <a:gd name="connsiteY1" fmla="*/ 2054820 h 2054820"/>
                <a:gd name="connsiteX2" fmla="*/ 0 w 2054820"/>
                <a:gd name="connsiteY2" fmla="*/ 2054820 h 2054820"/>
                <a:gd name="connsiteX3" fmla="*/ 2054820 w 2054820"/>
                <a:gd name="connsiteY3" fmla="*/ 0 h 205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820" h="2054820">
                  <a:moveTo>
                    <a:pt x="2054820" y="0"/>
                  </a:moveTo>
                  <a:lnTo>
                    <a:pt x="2054820" y="2054820"/>
                  </a:lnTo>
                  <a:lnTo>
                    <a:pt x="0" y="2054820"/>
                  </a:lnTo>
                  <a:lnTo>
                    <a:pt x="20548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4FB410B-E0FE-434E-84F3-1CFFBA4C16EC}"/>
              </a:ext>
            </a:extLst>
          </p:cNvPr>
          <p:cNvGrpSpPr/>
          <p:nvPr userDrawn="1"/>
        </p:nvGrpSpPr>
        <p:grpSpPr>
          <a:xfrm>
            <a:off x="342900" y="4889985"/>
            <a:ext cx="482515" cy="158265"/>
            <a:chOff x="6710369" y="2087303"/>
            <a:chExt cx="413131" cy="135507"/>
          </a:xfrm>
          <a:solidFill>
            <a:schemeClr val="accent2"/>
          </a:solidFill>
        </p:grpSpPr>
        <p:sp>
          <p:nvSpPr>
            <p:cNvPr id="59" name="Freeform 629">
              <a:extLst>
                <a:ext uri="{FF2B5EF4-FFF2-40B4-BE49-F238E27FC236}">
                  <a16:creationId xmlns:a16="http://schemas.microsoft.com/office/drawing/2014/main" id="{0E799C9E-F3DF-1D41-955A-33B2F85373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8077" y="2206285"/>
              <a:ext cx="9916" cy="12119"/>
            </a:xfrm>
            <a:custGeom>
              <a:avLst/>
              <a:gdLst>
                <a:gd name="T0" fmla="*/ 4 w 17"/>
                <a:gd name="T1" fmla="*/ 3 h 23"/>
                <a:gd name="T2" fmla="*/ 8 w 17"/>
                <a:gd name="T3" fmla="*/ 3 h 23"/>
                <a:gd name="T4" fmla="*/ 13 w 17"/>
                <a:gd name="T5" fmla="*/ 6 h 23"/>
                <a:gd name="T6" fmla="*/ 8 w 17"/>
                <a:gd name="T7" fmla="*/ 10 h 23"/>
                <a:gd name="T8" fmla="*/ 4 w 17"/>
                <a:gd name="T9" fmla="*/ 10 h 23"/>
                <a:gd name="T10" fmla="*/ 4 w 17"/>
                <a:gd name="T11" fmla="*/ 3 h 23"/>
                <a:gd name="T12" fmla="*/ 0 w 17"/>
                <a:gd name="T13" fmla="*/ 23 h 23"/>
                <a:gd name="T14" fmla="*/ 4 w 17"/>
                <a:gd name="T15" fmla="*/ 23 h 23"/>
                <a:gd name="T16" fmla="*/ 4 w 17"/>
                <a:gd name="T17" fmla="*/ 13 h 23"/>
                <a:gd name="T18" fmla="*/ 8 w 17"/>
                <a:gd name="T19" fmla="*/ 13 h 23"/>
                <a:gd name="T20" fmla="*/ 14 w 17"/>
                <a:gd name="T21" fmla="*/ 23 h 23"/>
                <a:gd name="T22" fmla="*/ 17 w 17"/>
                <a:gd name="T23" fmla="*/ 23 h 23"/>
                <a:gd name="T24" fmla="*/ 11 w 17"/>
                <a:gd name="T25" fmla="*/ 13 h 23"/>
                <a:gd name="T26" fmla="*/ 17 w 17"/>
                <a:gd name="T27" fmla="*/ 7 h 23"/>
                <a:gd name="T28" fmla="*/ 9 w 17"/>
                <a:gd name="T29" fmla="*/ 0 h 23"/>
                <a:gd name="T30" fmla="*/ 0 w 17"/>
                <a:gd name="T31" fmla="*/ 0 h 23"/>
                <a:gd name="T32" fmla="*/ 0 w 17"/>
                <a:gd name="T33" fmla="*/ 23 h 23"/>
                <a:gd name="T34" fmla="*/ 0 w 17"/>
                <a:gd name="T3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" h="23">
                  <a:moveTo>
                    <a:pt x="4" y="3"/>
                  </a:moveTo>
                  <a:lnTo>
                    <a:pt x="8" y="3"/>
                  </a:lnTo>
                  <a:cubicBezTo>
                    <a:pt x="11" y="3"/>
                    <a:pt x="13" y="4"/>
                    <a:pt x="13" y="6"/>
                  </a:cubicBezTo>
                  <a:cubicBezTo>
                    <a:pt x="13" y="10"/>
                    <a:pt x="11" y="10"/>
                    <a:pt x="8" y="10"/>
                  </a:cubicBezTo>
                  <a:lnTo>
                    <a:pt x="4" y="10"/>
                  </a:lnTo>
                  <a:lnTo>
                    <a:pt x="4" y="3"/>
                  </a:lnTo>
                  <a:close/>
                  <a:moveTo>
                    <a:pt x="0" y="23"/>
                  </a:moveTo>
                  <a:lnTo>
                    <a:pt x="4" y="23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14" y="23"/>
                  </a:lnTo>
                  <a:lnTo>
                    <a:pt x="17" y="23"/>
                  </a:lnTo>
                  <a:lnTo>
                    <a:pt x="11" y="13"/>
                  </a:lnTo>
                  <a:cubicBezTo>
                    <a:pt x="14" y="12"/>
                    <a:pt x="17" y="11"/>
                    <a:pt x="17" y="7"/>
                  </a:cubicBezTo>
                  <a:cubicBezTo>
                    <a:pt x="17" y="2"/>
                    <a:pt x="14" y="0"/>
                    <a:pt x="9" y="0"/>
                  </a:cubicBezTo>
                  <a:lnTo>
                    <a:pt x="0" y="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630">
              <a:extLst>
                <a:ext uri="{FF2B5EF4-FFF2-40B4-BE49-F238E27FC236}">
                  <a16:creationId xmlns:a16="http://schemas.microsoft.com/office/drawing/2014/main" id="{591B8A2D-513B-B34A-934F-9EC1796019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2568" y="2201878"/>
              <a:ext cx="20932" cy="20932"/>
            </a:xfrm>
            <a:custGeom>
              <a:avLst/>
              <a:gdLst>
                <a:gd name="T0" fmla="*/ 36 w 40"/>
                <a:gd name="T1" fmla="*/ 19 h 39"/>
                <a:gd name="T2" fmla="*/ 20 w 40"/>
                <a:gd name="T3" fmla="*/ 36 h 39"/>
                <a:gd name="T4" fmla="*/ 4 w 40"/>
                <a:gd name="T5" fmla="*/ 19 h 39"/>
                <a:gd name="T6" fmla="*/ 20 w 40"/>
                <a:gd name="T7" fmla="*/ 3 h 39"/>
                <a:gd name="T8" fmla="*/ 36 w 40"/>
                <a:gd name="T9" fmla="*/ 19 h 39"/>
                <a:gd name="T10" fmla="*/ 0 w 40"/>
                <a:gd name="T11" fmla="*/ 19 h 39"/>
                <a:gd name="T12" fmla="*/ 20 w 40"/>
                <a:gd name="T13" fmla="*/ 39 h 39"/>
                <a:gd name="T14" fmla="*/ 40 w 40"/>
                <a:gd name="T15" fmla="*/ 19 h 39"/>
                <a:gd name="T16" fmla="*/ 20 w 40"/>
                <a:gd name="T17" fmla="*/ 0 h 39"/>
                <a:gd name="T18" fmla="*/ 0 w 40"/>
                <a:gd name="T19" fmla="*/ 19 h 39"/>
                <a:gd name="T20" fmla="*/ 0 w 40"/>
                <a:gd name="T2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39">
                  <a:moveTo>
                    <a:pt x="36" y="19"/>
                  </a:moveTo>
                  <a:cubicBezTo>
                    <a:pt x="36" y="29"/>
                    <a:pt x="29" y="36"/>
                    <a:pt x="20" y="36"/>
                  </a:cubicBezTo>
                  <a:cubicBezTo>
                    <a:pt x="11" y="36"/>
                    <a:pt x="4" y="29"/>
                    <a:pt x="4" y="19"/>
                  </a:cubicBezTo>
                  <a:cubicBezTo>
                    <a:pt x="4" y="10"/>
                    <a:pt x="11" y="3"/>
                    <a:pt x="20" y="3"/>
                  </a:cubicBezTo>
                  <a:cubicBezTo>
                    <a:pt x="29" y="3"/>
                    <a:pt x="36" y="10"/>
                    <a:pt x="36" y="19"/>
                  </a:cubicBezTo>
                  <a:close/>
                  <a:moveTo>
                    <a:pt x="0" y="19"/>
                  </a:moveTo>
                  <a:cubicBezTo>
                    <a:pt x="0" y="31"/>
                    <a:pt x="9" y="39"/>
                    <a:pt x="20" y="39"/>
                  </a:cubicBezTo>
                  <a:cubicBezTo>
                    <a:pt x="31" y="39"/>
                    <a:pt x="40" y="31"/>
                    <a:pt x="40" y="19"/>
                  </a:cubicBezTo>
                  <a:cubicBezTo>
                    <a:pt x="40" y="8"/>
                    <a:pt x="31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31">
              <a:extLst>
                <a:ext uri="{FF2B5EF4-FFF2-40B4-BE49-F238E27FC236}">
                  <a16:creationId xmlns:a16="http://schemas.microsoft.com/office/drawing/2014/main" id="{A9C927E9-4247-934F-8D15-C958C94A7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927" y="2090607"/>
              <a:ext cx="116779" cy="132202"/>
            </a:xfrm>
            <a:custGeom>
              <a:avLst/>
              <a:gdLst>
                <a:gd name="T0" fmla="*/ 173 w 221"/>
                <a:gd name="T1" fmla="*/ 250 h 250"/>
                <a:gd name="T2" fmla="*/ 221 w 221"/>
                <a:gd name="T3" fmla="*/ 250 h 250"/>
                <a:gd name="T4" fmla="*/ 192 w 221"/>
                <a:gd name="T5" fmla="*/ 0 h 250"/>
                <a:gd name="T6" fmla="*/ 137 w 221"/>
                <a:gd name="T7" fmla="*/ 0 h 250"/>
                <a:gd name="T8" fmla="*/ 0 w 221"/>
                <a:gd name="T9" fmla="*/ 250 h 250"/>
                <a:gd name="T10" fmla="*/ 52 w 221"/>
                <a:gd name="T11" fmla="*/ 250 h 250"/>
                <a:gd name="T12" fmla="*/ 80 w 221"/>
                <a:gd name="T13" fmla="*/ 200 h 250"/>
                <a:gd name="T14" fmla="*/ 155 w 221"/>
                <a:gd name="T15" fmla="*/ 200 h 250"/>
                <a:gd name="T16" fmla="*/ 163 w 221"/>
                <a:gd name="T17" fmla="*/ 163 h 250"/>
                <a:gd name="T18" fmla="*/ 99 w 221"/>
                <a:gd name="T19" fmla="*/ 163 h 250"/>
                <a:gd name="T20" fmla="*/ 99 w 221"/>
                <a:gd name="T21" fmla="*/ 163 h 250"/>
                <a:gd name="T22" fmla="*/ 154 w 221"/>
                <a:gd name="T23" fmla="*/ 68 h 250"/>
                <a:gd name="T24" fmla="*/ 173 w 221"/>
                <a:gd name="T25" fmla="*/ 250 h 250"/>
                <a:gd name="T26" fmla="*/ 173 w 221"/>
                <a:gd name="T27" fmla="*/ 25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50">
                  <a:moveTo>
                    <a:pt x="173" y="250"/>
                  </a:moveTo>
                  <a:lnTo>
                    <a:pt x="221" y="250"/>
                  </a:lnTo>
                  <a:lnTo>
                    <a:pt x="192" y="0"/>
                  </a:lnTo>
                  <a:lnTo>
                    <a:pt x="137" y="0"/>
                  </a:lnTo>
                  <a:lnTo>
                    <a:pt x="0" y="250"/>
                  </a:lnTo>
                  <a:lnTo>
                    <a:pt x="52" y="250"/>
                  </a:lnTo>
                  <a:cubicBezTo>
                    <a:pt x="52" y="250"/>
                    <a:pt x="79" y="202"/>
                    <a:pt x="80" y="200"/>
                  </a:cubicBezTo>
                  <a:lnTo>
                    <a:pt x="155" y="200"/>
                  </a:lnTo>
                  <a:lnTo>
                    <a:pt x="163" y="163"/>
                  </a:lnTo>
                  <a:lnTo>
                    <a:pt x="99" y="163"/>
                  </a:lnTo>
                  <a:cubicBezTo>
                    <a:pt x="99" y="163"/>
                    <a:pt x="99" y="163"/>
                    <a:pt x="99" y="163"/>
                  </a:cubicBezTo>
                  <a:cubicBezTo>
                    <a:pt x="103" y="155"/>
                    <a:pt x="152" y="70"/>
                    <a:pt x="154" y="68"/>
                  </a:cubicBezTo>
                  <a:cubicBezTo>
                    <a:pt x="154" y="70"/>
                    <a:pt x="173" y="250"/>
                    <a:pt x="173" y="250"/>
                  </a:cubicBezTo>
                  <a:lnTo>
                    <a:pt x="173" y="250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632">
              <a:extLst>
                <a:ext uri="{FF2B5EF4-FFF2-40B4-BE49-F238E27FC236}">
                  <a16:creationId xmlns:a16="http://schemas.microsoft.com/office/drawing/2014/main" id="{132166B5-72D0-BB42-839A-6F37DBC94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824" y="2090607"/>
              <a:ext cx="56186" cy="132202"/>
            </a:xfrm>
            <a:custGeom>
              <a:avLst/>
              <a:gdLst>
                <a:gd name="T0" fmla="*/ 51 w 51"/>
                <a:gd name="T1" fmla="*/ 0 h 120"/>
                <a:gd name="T2" fmla="*/ 25 w 51"/>
                <a:gd name="T3" fmla="*/ 0 h 120"/>
                <a:gd name="T4" fmla="*/ 0 w 51"/>
                <a:gd name="T5" fmla="*/ 120 h 120"/>
                <a:gd name="T6" fmla="*/ 27 w 51"/>
                <a:gd name="T7" fmla="*/ 120 h 120"/>
                <a:gd name="T8" fmla="*/ 51 w 51"/>
                <a:gd name="T9" fmla="*/ 0 h 120"/>
                <a:gd name="T10" fmla="*/ 51 w 51"/>
                <a:gd name="T1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20">
                  <a:moveTo>
                    <a:pt x="51" y="0"/>
                  </a:moveTo>
                  <a:lnTo>
                    <a:pt x="25" y="0"/>
                  </a:lnTo>
                  <a:lnTo>
                    <a:pt x="0" y="120"/>
                  </a:lnTo>
                  <a:lnTo>
                    <a:pt x="27" y="120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33">
              <a:extLst>
                <a:ext uri="{FF2B5EF4-FFF2-40B4-BE49-F238E27FC236}">
                  <a16:creationId xmlns:a16="http://schemas.microsoft.com/office/drawing/2014/main" id="{5C0CC5AD-453D-374C-8064-4A9F6C50F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12" y="2090607"/>
              <a:ext cx="113474" cy="132202"/>
            </a:xfrm>
            <a:custGeom>
              <a:avLst/>
              <a:gdLst>
                <a:gd name="T0" fmla="*/ 78 w 215"/>
                <a:gd name="T1" fmla="*/ 62 h 250"/>
                <a:gd name="T2" fmla="*/ 100 w 215"/>
                <a:gd name="T3" fmla="*/ 40 h 250"/>
                <a:gd name="T4" fmla="*/ 205 w 215"/>
                <a:gd name="T5" fmla="*/ 40 h 250"/>
                <a:gd name="T6" fmla="*/ 215 w 215"/>
                <a:gd name="T7" fmla="*/ 0 h 250"/>
                <a:gd name="T8" fmla="*/ 87 w 215"/>
                <a:gd name="T9" fmla="*/ 0 h 250"/>
                <a:gd name="T10" fmla="*/ 32 w 215"/>
                <a:gd name="T11" fmla="*/ 66 h 250"/>
                <a:gd name="T12" fmla="*/ 6 w 215"/>
                <a:gd name="T13" fmla="*/ 190 h 250"/>
                <a:gd name="T14" fmla="*/ 57 w 215"/>
                <a:gd name="T15" fmla="*/ 250 h 250"/>
                <a:gd name="T16" fmla="*/ 174 w 215"/>
                <a:gd name="T17" fmla="*/ 250 h 250"/>
                <a:gd name="T18" fmla="*/ 183 w 215"/>
                <a:gd name="T19" fmla="*/ 209 h 250"/>
                <a:gd name="T20" fmla="*/ 75 w 215"/>
                <a:gd name="T21" fmla="*/ 209 h 250"/>
                <a:gd name="T22" fmla="*/ 57 w 215"/>
                <a:gd name="T23" fmla="*/ 180 h 250"/>
                <a:gd name="T24" fmla="*/ 68 w 215"/>
                <a:gd name="T25" fmla="*/ 121 h 250"/>
                <a:gd name="T26" fmla="*/ 68 w 215"/>
                <a:gd name="T27" fmla="*/ 121 h 250"/>
                <a:gd name="T28" fmla="*/ 78 w 215"/>
                <a:gd name="T29" fmla="*/ 62 h 250"/>
                <a:gd name="T30" fmla="*/ 78 w 215"/>
                <a:gd name="T31" fmla="*/ 62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5" h="250">
                  <a:moveTo>
                    <a:pt x="78" y="62"/>
                  </a:moveTo>
                  <a:cubicBezTo>
                    <a:pt x="80" y="54"/>
                    <a:pt x="82" y="40"/>
                    <a:pt x="100" y="40"/>
                  </a:cubicBezTo>
                  <a:cubicBezTo>
                    <a:pt x="110" y="40"/>
                    <a:pt x="205" y="40"/>
                    <a:pt x="205" y="40"/>
                  </a:cubicBezTo>
                  <a:lnTo>
                    <a:pt x="215" y="0"/>
                  </a:lnTo>
                  <a:cubicBezTo>
                    <a:pt x="215" y="0"/>
                    <a:pt x="122" y="0"/>
                    <a:pt x="87" y="0"/>
                  </a:cubicBezTo>
                  <a:cubicBezTo>
                    <a:pt x="38" y="0"/>
                    <a:pt x="35" y="50"/>
                    <a:pt x="32" y="66"/>
                  </a:cubicBezTo>
                  <a:cubicBezTo>
                    <a:pt x="28" y="83"/>
                    <a:pt x="7" y="185"/>
                    <a:pt x="6" y="190"/>
                  </a:cubicBezTo>
                  <a:cubicBezTo>
                    <a:pt x="0" y="219"/>
                    <a:pt x="15" y="250"/>
                    <a:pt x="57" y="250"/>
                  </a:cubicBezTo>
                  <a:lnTo>
                    <a:pt x="174" y="250"/>
                  </a:lnTo>
                  <a:lnTo>
                    <a:pt x="183" y="209"/>
                  </a:lnTo>
                  <a:lnTo>
                    <a:pt x="75" y="209"/>
                  </a:lnTo>
                  <a:cubicBezTo>
                    <a:pt x="55" y="209"/>
                    <a:pt x="54" y="197"/>
                    <a:pt x="57" y="180"/>
                  </a:cubicBezTo>
                  <a:lnTo>
                    <a:pt x="68" y="121"/>
                  </a:lnTo>
                  <a:lnTo>
                    <a:pt x="68" y="121"/>
                  </a:lnTo>
                  <a:cubicBezTo>
                    <a:pt x="68" y="121"/>
                    <a:pt x="74" y="85"/>
                    <a:pt x="78" y="62"/>
                  </a:cubicBezTo>
                  <a:lnTo>
                    <a:pt x="78" y="62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34">
              <a:extLst>
                <a:ext uri="{FF2B5EF4-FFF2-40B4-BE49-F238E27FC236}">
                  <a16:creationId xmlns:a16="http://schemas.microsoft.com/office/drawing/2014/main" id="{9A449777-514E-0044-BCD7-26DE937AD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0369" y="2087303"/>
              <a:ext cx="117881" cy="135507"/>
            </a:xfrm>
            <a:custGeom>
              <a:avLst/>
              <a:gdLst>
                <a:gd name="T0" fmla="*/ 88 w 223"/>
                <a:gd name="T1" fmla="*/ 68 h 255"/>
                <a:gd name="T2" fmla="*/ 113 w 223"/>
                <a:gd name="T3" fmla="*/ 45 h 255"/>
                <a:gd name="T4" fmla="*/ 214 w 223"/>
                <a:gd name="T5" fmla="*/ 45 h 255"/>
                <a:gd name="T6" fmla="*/ 223 w 223"/>
                <a:gd name="T7" fmla="*/ 5 h 255"/>
                <a:gd name="T8" fmla="*/ 102 w 223"/>
                <a:gd name="T9" fmla="*/ 5 h 255"/>
                <a:gd name="T10" fmla="*/ 42 w 223"/>
                <a:gd name="T11" fmla="*/ 64 h 255"/>
                <a:gd name="T12" fmla="*/ 35 w 223"/>
                <a:gd name="T13" fmla="*/ 114 h 255"/>
                <a:gd name="T14" fmla="*/ 69 w 223"/>
                <a:gd name="T15" fmla="*/ 143 h 255"/>
                <a:gd name="T16" fmla="*/ 142 w 223"/>
                <a:gd name="T17" fmla="*/ 143 h 255"/>
                <a:gd name="T18" fmla="*/ 155 w 223"/>
                <a:gd name="T19" fmla="*/ 152 h 255"/>
                <a:gd name="T20" fmla="*/ 145 w 223"/>
                <a:gd name="T21" fmla="*/ 203 h 255"/>
                <a:gd name="T22" fmla="*/ 113 w 223"/>
                <a:gd name="T23" fmla="*/ 214 h 255"/>
                <a:gd name="T24" fmla="*/ 9 w 223"/>
                <a:gd name="T25" fmla="*/ 214 h 255"/>
                <a:gd name="T26" fmla="*/ 0 w 223"/>
                <a:gd name="T27" fmla="*/ 255 h 255"/>
                <a:gd name="T28" fmla="*/ 131 w 223"/>
                <a:gd name="T29" fmla="*/ 255 h 255"/>
                <a:gd name="T30" fmla="*/ 191 w 223"/>
                <a:gd name="T31" fmla="*/ 217 h 255"/>
                <a:gd name="T32" fmla="*/ 205 w 223"/>
                <a:gd name="T33" fmla="*/ 147 h 255"/>
                <a:gd name="T34" fmla="*/ 164 w 223"/>
                <a:gd name="T35" fmla="*/ 100 h 255"/>
                <a:gd name="T36" fmla="*/ 100 w 223"/>
                <a:gd name="T37" fmla="*/ 100 h 255"/>
                <a:gd name="T38" fmla="*/ 85 w 223"/>
                <a:gd name="T39" fmla="*/ 90 h 255"/>
                <a:gd name="T40" fmla="*/ 88 w 223"/>
                <a:gd name="T41" fmla="*/ 68 h 255"/>
                <a:gd name="T42" fmla="*/ 88 w 223"/>
                <a:gd name="T43" fmla="*/ 68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3" h="255">
                  <a:moveTo>
                    <a:pt x="88" y="68"/>
                  </a:moveTo>
                  <a:cubicBezTo>
                    <a:pt x="92" y="51"/>
                    <a:pt x="90" y="45"/>
                    <a:pt x="113" y="45"/>
                  </a:cubicBezTo>
                  <a:cubicBezTo>
                    <a:pt x="145" y="45"/>
                    <a:pt x="214" y="45"/>
                    <a:pt x="214" y="45"/>
                  </a:cubicBezTo>
                  <a:lnTo>
                    <a:pt x="223" y="5"/>
                  </a:lnTo>
                  <a:cubicBezTo>
                    <a:pt x="223" y="5"/>
                    <a:pt x="148" y="5"/>
                    <a:pt x="102" y="5"/>
                  </a:cubicBezTo>
                  <a:cubicBezTo>
                    <a:pt x="86" y="5"/>
                    <a:pt x="51" y="0"/>
                    <a:pt x="42" y="64"/>
                  </a:cubicBezTo>
                  <a:cubicBezTo>
                    <a:pt x="38" y="92"/>
                    <a:pt x="35" y="105"/>
                    <a:pt x="35" y="114"/>
                  </a:cubicBezTo>
                  <a:cubicBezTo>
                    <a:pt x="33" y="137"/>
                    <a:pt x="53" y="143"/>
                    <a:pt x="69" y="143"/>
                  </a:cubicBezTo>
                  <a:cubicBezTo>
                    <a:pt x="92" y="143"/>
                    <a:pt x="142" y="143"/>
                    <a:pt x="142" y="143"/>
                  </a:cubicBezTo>
                  <a:cubicBezTo>
                    <a:pt x="153" y="143"/>
                    <a:pt x="157" y="143"/>
                    <a:pt x="155" y="152"/>
                  </a:cubicBezTo>
                  <a:cubicBezTo>
                    <a:pt x="153" y="166"/>
                    <a:pt x="147" y="194"/>
                    <a:pt x="145" y="203"/>
                  </a:cubicBezTo>
                  <a:cubicBezTo>
                    <a:pt x="143" y="216"/>
                    <a:pt x="127" y="214"/>
                    <a:pt x="113" y="214"/>
                  </a:cubicBezTo>
                  <a:lnTo>
                    <a:pt x="9" y="214"/>
                  </a:lnTo>
                  <a:lnTo>
                    <a:pt x="0" y="255"/>
                  </a:lnTo>
                  <a:lnTo>
                    <a:pt x="131" y="255"/>
                  </a:lnTo>
                  <a:cubicBezTo>
                    <a:pt x="158" y="255"/>
                    <a:pt x="184" y="245"/>
                    <a:pt x="191" y="217"/>
                  </a:cubicBezTo>
                  <a:cubicBezTo>
                    <a:pt x="198" y="189"/>
                    <a:pt x="201" y="169"/>
                    <a:pt x="205" y="147"/>
                  </a:cubicBezTo>
                  <a:cubicBezTo>
                    <a:pt x="210" y="120"/>
                    <a:pt x="194" y="100"/>
                    <a:pt x="164" y="100"/>
                  </a:cubicBezTo>
                  <a:lnTo>
                    <a:pt x="100" y="100"/>
                  </a:lnTo>
                  <a:cubicBezTo>
                    <a:pt x="94" y="100"/>
                    <a:pt x="82" y="102"/>
                    <a:pt x="85" y="90"/>
                  </a:cubicBezTo>
                  <a:cubicBezTo>
                    <a:pt x="85" y="85"/>
                    <a:pt x="86" y="79"/>
                    <a:pt x="88" y="68"/>
                  </a:cubicBezTo>
                  <a:lnTo>
                    <a:pt x="88" y="68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521F473E-A699-544D-B8FF-C1D5AA6D761C}"/>
              </a:ext>
            </a:extLst>
          </p:cNvPr>
          <p:cNvSpPr txBox="1">
            <a:spLocks/>
          </p:cNvSpPr>
          <p:nvPr userDrawn="1"/>
        </p:nvSpPr>
        <p:spPr>
          <a:xfrm>
            <a:off x="8301780" y="4883789"/>
            <a:ext cx="236405" cy="192573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2"/>
                </a:solidFill>
                <a:latin typeface="Gill Sans MT" panose="020B0502020104020203" pitchFamily="34" charset="77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B7371F-B25E-42BE-91F9-DCD17E1CF4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A0C2E3-F253-1F44-B7CB-A7F4984B7EF2}"/>
              </a:ext>
            </a:extLst>
          </p:cNvPr>
          <p:cNvSpPr txBox="1"/>
          <p:nvPr userDrawn="1"/>
        </p:nvSpPr>
        <p:spPr>
          <a:xfrm>
            <a:off x="5595156" y="4984857"/>
            <a:ext cx="2711471" cy="769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0" i="0" spc="0" dirty="0">
                <a:solidFill>
                  <a:schemeClr val="tx2"/>
                </a:solidFill>
                <a:latin typeface="Gill Sans MT" panose="020B0502020104020203" pitchFamily="34" charset="77"/>
              </a:rPr>
              <a:t>SAIC PROPRIETARY INFORMATION    I    </a:t>
            </a:r>
            <a:r>
              <a:rPr lang="en-US" sz="500" b="0" i="0" spc="0" baseline="0" dirty="0">
                <a:solidFill>
                  <a:schemeClr val="tx2"/>
                </a:solidFill>
                <a:latin typeface="Gill Sans MT" panose="020B0502020104020203" pitchFamily="34" charset="77"/>
                <a:cs typeface="Arial" pitchFamily="34" charset="0"/>
              </a:rPr>
              <a:t> </a:t>
            </a:r>
            <a:r>
              <a:rPr lang="en-US" sz="500" b="0" i="0" spc="0" dirty="0">
                <a:solidFill>
                  <a:schemeClr val="tx2"/>
                </a:solidFill>
                <a:latin typeface="Gill Sans MT" panose="020B0502020104020203" pitchFamily="34" charset="77"/>
                <a:cs typeface="Arial" pitchFamily="34" charset="0"/>
              </a:rPr>
              <a:t>© SAIC.</a:t>
            </a:r>
            <a:r>
              <a:rPr lang="en-US" sz="500" b="0" i="0" spc="0" baseline="0" dirty="0">
                <a:solidFill>
                  <a:schemeClr val="tx2"/>
                </a:solidFill>
                <a:latin typeface="Gill Sans MT" panose="020B0502020104020203" pitchFamily="34" charset="77"/>
                <a:cs typeface="Arial" pitchFamily="34" charset="0"/>
              </a:rPr>
              <a:t> ALL RIGHTS RESERVED    </a:t>
            </a:r>
            <a:r>
              <a:rPr lang="en-US" sz="500" b="0" i="0" spc="0" dirty="0">
                <a:solidFill>
                  <a:schemeClr val="tx2"/>
                </a:solidFill>
                <a:latin typeface="Gill Sans MT" panose="020B0502020104020203" pitchFamily="34" charset="77"/>
              </a:rPr>
              <a:t>I  </a:t>
            </a:r>
            <a:endParaRPr lang="en-US" sz="500" b="0" i="0" spc="0" dirty="0">
              <a:solidFill>
                <a:schemeClr val="tx2"/>
              </a:solidFill>
              <a:latin typeface="Gill Sans MT" panose="020B0502020104020203" pitchFamily="34" charset="7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25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827" r:id="rId6"/>
    <p:sldLayoutId id="2147483766" r:id="rId7"/>
  </p:sldLayoutIdLst>
  <p:hf hdr="0" ftr="0" dt="0"/>
  <p:txStyles>
    <p:titleStyle>
      <a:lvl1pPr algn="l" defTabSz="914400" rtl="0" eaLnBrk="1" latinLnBrk="0" hangingPunct="1">
        <a:lnSpc>
          <a:spcPts val="2840"/>
        </a:lnSpc>
        <a:spcBef>
          <a:spcPct val="0"/>
        </a:spcBef>
        <a:buNone/>
        <a:defRPr sz="2400" b="0" i="0" kern="1200">
          <a:solidFill>
            <a:schemeClr val="tx2"/>
          </a:solidFill>
          <a:effectLst/>
          <a:latin typeface="Gill Sans MT" panose="020B0502020104020203" pitchFamily="34" charset="77"/>
          <a:ea typeface="Gill Sans MT" panose="020B0502020104020203" pitchFamily="34" charset="77"/>
          <a:cs typeface="Gill Sans MT" panose="020B0502020104020203" pitchFamily="34" charset="77"/>
        </a:defRPr>
      </a:lvl1pPr>
    </p:titleStyle>
    <p:bodyStyle>
      <a:lvl1pPr marL="0" indent="0" algn="l" defTabSz="914400" rtl="0" eaLnBrk="1" latinLnBrk="0" hangingPunct="1">
        <a:spcBef>
          <a:spcPts val="200"/>
        </a:spcBef>
        <a:buClr>
          <a:schemeClr val="tx2"/>
        </a:buClr>
        <a:buFontTx/>
        <a:buNone/>
        <a:defRPr lang="en-US" sz="1600" kern="1200" dirty="0" smtClean="0">
          <a:solidFill>
            <a:schemeClr val="accent2"/>
          </a:solidFill>
          <a:latin typeface="+mn-lt"/>
          <a:ea typeface="+mn-ea"/>
          <a:cs typeface="Arial" pitchFamily="34" charset="0"/>
        </a:defRPr>
      </a:lvl1pPr>
      <a:lvl2pPr marL="400050" indent="-173038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Arial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73088" indent="-173038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SzPct val="80000"/>
        <a:buFont typeface="Arial"/>
        <a:buChar char="•"/>
        <a:tabLst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41363" indent="-168275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Arial" pitchFamily="34" charset="0"/>
        <a:buChar char="–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12" userDrawn="1">
          <p15:clr>
            <a:srgbClr val="F26B43"/>
          </p15:clr>
        </p15:guide>
        <p15:guide id="2" pos="216" userDrawn="1">
          <p15:clr>
            <a:srgbClr val="F26B43"/>
          </p15:clr>
        </p15:guide>
        <p15:guide id="3" pos="5568" userDrawn="1">
          <p15:clr>
            <a:srgbClr val="F26B43"/>
          </p15:clr>
        </p15:guide>
        <p15:guide id="4" orient="horz" pos="708" userDrawn="1">
          <p15:clr>
            <a:srgbClr val="F26B43"/>
          </p15:clr>
        </p15:guide>
        <p15:guide id="5" orient="horz" pos="132" userDrawn="1">
          <p15:clr>
            <a:srgbClr val="F26B43"/>
          </p15:clr>
        </p15:guide>
        <p15:guide id="6" orient="horz" pos="3180" userDrawn="1">
          <p15:clr>
            <a:srgbClr val="F26B43"/>
          </p15:clr>
        </p15:guide>
        <p15:guide id="8" orient="horz" pos="564" userDrawn="1">
          <p15:clr>
            <a:srgbClr val="F26B43"/>
          </p15:clr>
        </p15:guide>
        <p15:guide id="9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72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915" r:id="rId2"/>
    <p:sldLayoutId id="2147483850" r:id="rId3"/>
    <p:sldLayoutId id="2147483963" r:id="rId4"/>
    <p:sldLayoutId id="2147483888" r:id="rId5"/>
    <p:sldLayoutId id="2147483939" r:id="rId6"/>
    <p:sldLayoutId id="2147484059" r:id="rId7"/>
    <p:sldLayoutId id="2147483975" r:id="rId8"/>
    <p:sldLayoutId id="2147484047" r:id="rId9"/>
    <p:sldLayoutId id="2147483890" r:id="rId10"/>
    <p:sldLayoutId id="2147483999" r:id="rId11"/>
    <p:sldLayoutId id="2147484011" r:id="rId12"/>
    <p:sldLayoutId id="2147483987" r:id="rId13"/>
    <p:sldLayoutId id="2147483860" r:id="rId14"/>
    <p:sldLayoutId id="2147483861" r:id="rId15"/>
    <p:sldLayoutId id="2147483862" r:id="rId16"/>
    <p:sldLayoutId id="2147483882" r:id="rId17"/>
  </p:sldLayoutIdLst>
  <p:hf hdr="0" ftr="0" dt="0"/>
  <p:txStyles>
    <p:titleStyle>
      <a:lvl1pPr algn="l" defTabSz="914400" rtl="0" eaLnBrk="1" latinLnBrk="0" hangingPunct="1">
        <a:lnSpc>
          <a:spcPts val="2840"/>
        </a:lnSpc>
        <a:spcBef>
          <a:spcPct val="0"/>
        </a:spcBef>
        <a:buNone/>
        <a:defRPr sz="2800" b="0" i="0" kern="1200">
          <a:solidFill>
            <a:schemeClr val="tx2"/>
          </a:solidFill>
          <a:effectLst/>
          <a:latin typeface="Gill Sans MT" panose="020B0502020104020203" pitchFamily="34" charset="77"/>
          <a:ea typeface="Gill Sans MT" panose="020B0502020104020203" pitchFamily="34" charset="77"/>
          <a:cs typeface="Gill Sans MT" panose="020B0502020104020203" pitchFamily="34" charset="77"/>
        </a:defRPr>
      </a:lvl1pPr>
    </p:titleStyle>
    <p:bodyStyle>
      <a:lvl1pPr marL="0" indent="0" algn="l" defTabSz="914400" rtl="0" eaLnBrk="1" latinLnBrk="0" hangingPunct="1">
        <a:spcBef>
          <a:spcPts val="200"/>
        </a:spcBef>
        <a:buClr>
          <a:schemeClr val="tx2"/>
        </a:buClr>
        <a:buFontTx/>
        <a:buNone/>
        <a:defRPr lang="en-US" sz="1600" kern="1200" dirty="0" smtClean="0">
          <a:solidFill>
            <a:schemeClr val="accent2"/>
          </a:solidFill>
          <a:latin typeface="+mn-lt"/>
          <a:ea typeface="+mn-ea"/>
          <a:cs typeface="Arial" pitchFamily="34" charset="0"/>
        </a:defRPr>
      </a:lvl1pPr>
      <a:lvl2pPr marL="400050" indent="-173038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Arial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73088" indent="-173038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SzPct val="80000"/>
        <a:buFont typeface="Arial"/>
        <a:buChar char="•"/>
        <a:tabLst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41363" indent="-168275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Arial" pitchFamily="34" charset="0"/>
        <a:buChar char="–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6">
          <p15:clr>
            <a:srgbClr val="F26B43"/>
          </p15:clr>
        </p15:guide>
        <p15:guide id="3" pos="5568">
          <p15:clr>
            <a:srgbClr val="F26B43"/>
          </p15:clr>
        </p15:guide>
        <p15:guide id="4" orient="horz" pos="708">
          <p15:clr>
            <a:srgbClr val="F26B43"/>
          </p15:clr>
        </p15:guide>
        <p15:guide id="5" orient="horz" pos="132">
          <p15:clr>
            <a:srgbClr val="F26B43"/>
          </p15:clr>
        </p15:guide>
        <p15:guide id="6" orient="horz" pos="3180">
          <p15:clr>
            <a:srgbClr val="F26B43"/>
          </p15:clr>
        </p15:guide>
        <p15:guide id="7" orient="horz" pos="2844">
          <p15:clr>
            <a:srgbClr val="F26B43"/>
          </p15:clr>
        </p15:guide>
        <p15:guide id="8" orient="horz" pos="564">
          <p15:clr>
            <a:srgbClr val="F26B43"/>
          </p15:clr>
        </p15:guide>
        <p15:guide id="9" pos="2880">
          <p15:clr>
            <a:srgbClr val="F26B43"/>
          </p15:clr>
        </p15:guide>
        <p15:guide id="10" orient="horz" pos="36" userDrawn="1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6"/>
  <p:tag name="LMS_PUBLISH" val="No"/>
  <p:tag name="ARTICULATE_TEMPLATE" val="Corporate Communications"/>
  <p:tag name="PRESENTER_PREVIEW_MODE" val="0"/>
  <p:tag name="ARTICULATE_PROJECT_OPEN" val="0"/>
</p:tagLst>
</file>

<file path=ppt/theme/theme1.xml><?xml version="1.0" encoding="utf-8"?>
<a:theme xmlns:a="http://schemas.openxmlformats.org/drawingml/2006/main" name="Single Headline Content Slides">
  <a:themeElements>
    <a:clrScheme name="SAIC Color Palette">
      <a:dk1>
        <a:srgbClr val="000000"/>
      </a:dk1>
      <a:lt1>
        <a:srgbClr val="FFFFFF"/>
      </a:lt1>
      <a:dk2>
        <a:srgbClr val="006BB5"/>
      </a:dk2>
      <a:lt2>
        <a:srgbClr val="BCD63E"/>
      </a:lt2>
      <a:accent1>
        <a:srgbClr val="00ACD4"/>
      </a:accent1>
      <a:accent2>
        <a:srgbClr val="64696F"/>
      </a:accent2>
      <a:accent3>
        <a:srgbClr val="E1E1E1"/>
      </a:accent3>
      <a:accent4>
        <a:srgbClr val="FDB913"/>
      </a:accent4>
      <a:accent5>
        <a:srgbClr val="DD1E79"/>
      </a:accent5>
      <a:accent6>
        <a:srgbClr val="000000"/>
      </a:accent6>
      <a:hlink>
        <a:srgbClr val="006BB5"/>
      </a:hlink>
      <a:folHlink>
        <a:srgbClr val="BCD63E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.potx" id="{139C18C8-633B-4BA4-885E-72D616F994C2}" vid="{421A9873-E93C-41CC-AC5F-E53E87C63D0D}"/>
    </a:ext>
  </a:extLst>
</a:theme>
</file>

<file path=ppt/theme/theme2.xml><?xml version="1.0" encoding="utf-8"?>
<a:theme xmlns:a="http://schemas.openxmlformats.org/drawingml/2006/main" name="Long Headline Content Slides">
  <a:themeElements>
    <a:clrScheme name="SAIC Color Palette">
      <a:dk1>
        <a:srgbClr val="000000"/>
      </a:dk1>
      <a:lt1>
        <a:srgbClr val="FFFFFF"/>
      </a:lt1>
      <a:dk2>
        <a:srgbClr val="006BB5"/>
      </a:dk2>
      <a:lt2>
        <a:srgbClr val="BCD63E"/>
      </a:lt2>
      <a:accent1>
        <a:srgbClr val="00ACD4"/>
      </a:accent1>
      <a:accent2>
        <a:srgbClr val="64696F"/>
      </a:accent2>
      <a:accent3>
        <a:srgbClr val="E1E1E1"/>
      </a:accent3>
      <a:accent4>
        <a:srgbClr val="FDB913"/>
      </a:accent4>
      <a:accent5>
        <a:srgbClr val="DD1E79"/>
      </a:accent5>
      <a:accent6>
        <a:srgbClr val="000000"/>
      </a:accent6>
      <a:hlink>
        <a:srgbClr val="006BB5"/>
      </a:hlink>
      <a:folHlink>
        <a:srgbClr val="BCD63E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.potx" id="{139C18C8-633B-4BA4-885E-72D616F994C2}" vid="{4AA992D1-C4FA-46EC-9D7A-61AC751ADF5F}"/>
    </a:ext>
  </a:extLst>
</a:theme>
</file>

<file path=ppt/theme/theme3.xml><?xml version="1.0" encoding="utf-8"?>
<a:theme xmlns:a="http://schemas.openxmlformats.org/drawingml/2006/main" name="Cover and Divider">
  <a:themeElements>
    <a:clrScheme name="SAIC Color Palette">
      <a:dk1>
        <a:srgbClr val="000000"/>
      </a:dk1>
      <a:lt1>
        <a:srgbClr val="FFFFFF"/>
      </a:lt1>
      <a:dk2>
        <a:srgbClr val="006BB5"/>
      </a:dk2>
      <a:lt2>
        <a:srgbClr val="BCD63E"/>
      </a:lt2>
      <a:accent1>
        <a:srgbClr val="00ACD4"/>
      </a:accent1>
      <a:accent2>
        <a:srgbClr val="64696F"/>
      </a:accent2>
      <a:accent3>
        <a:srgbClr val="E1E1E1"/>
      </a:accent3>
      <a:accent4>
        <a:srgbClr val="FDB913"/>
      </a:accent4>
      <a:accent5>
        <a:srgbClr val="DD1E79"/>
      </a:accent5>
      <a:accent6>
        <a:srgbClr val="000000"/>
      </a:accent6>
      <a:hlink>
        <a:srgbClr val="006BB5"/>
      </a:hlink>
      <a:folHlink>
        <a:srgbClr val="BCD63E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.potx" id="{139C18C8-633B-4BA4-885E-72D616F994C2}" vid="{63AC5F95-E06F-4F93-AD88-4724F35F0E3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da89114-7a00-4a93-ac8b-ef257e95d2f1">
      <Value>26</Value>
      <Value>24</Value>
    </TaxCatchAll>
    <lcf76f155ced4ddcb4097134ff3c332f xmlns="7f59ffb2-1073-4d7b-8e8a-1409deb754b5">
      <Terms xmlns="http://schemas.microsoft.com/office/infopath/2007/PartnerControls"/>
    </lcf76f155ced4ddcb4097134ff3c332f>
    <m11c67b753ab42f9a894fac96b096999 xmlns="7f59ffb2-1073-4d7b-8e8a-1409deb754b5">
      <Terms xmlns="http://schemas.microsoft.com/office/infopath/2007/PartnerControls">
        <TermInfo xmlns="http://schemas.microsoft.com/office/infopath/2007/PartnerControls">
          <TermName xmlns="http://schemas.microsoft.com/office/infopath/2007/PartnerControls">ARCHIVED</TermName>
          <TermId xmlns="http://schemas.microsoft.com/office/infopath/2007/PartnerControls">42c64efe-f272-453e-a26d-1e28324dbb40</TermId>
        </TermInfo>
        <TermInfo xmlns="http://schemas.microsoft.com/office/infopath/2007/PartnerControls">
          <TermName xmlns="http://schemas.microsoft.com/office/infopath/2007/PartnerControls">Koverse</TermName>
          <TermId xmlns="http://schemas.microsoft.com/office/infopath/2007/PartnerControls">1bf5d9ee-4460-4cd8-af3e-6b0ea37bd33f</TermId>
        </TermInfo>
      </Terms>
    </m11c67b753ab42f9a894fac96b096999>
    <PublicationDate xmlns="7f59ffb2-1073-4d7b-8e8a-1409deb754b5">2025-01-01T05:00:00+00:00</PublicationDate>
    <Unique_x0020_ID xmlns="7f59ffb2-1073-4d7b-8e8a-1409deb754b5">842</Unique_x0020_ID>
    <DocumentStatus xmlns="7f59ffb2-1073-4d7b-8e8a-1409deb754b5">Retired</DocumentStatus>
    <Product xmlns="7f59ffb2-1073-4d7b-8e8a-1409deb754b5">Koverse</Product>
    <LastReview xmlns="7f59ffb2-1073-4d7b-8e8a-1409deb754b5">2025-12-22T05:00:00+00:00</LastReview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312322F0D36C4D98A9DC0A2E88C71D" ma:contentTypeVersion="23" ma:contentTypeDescription="Create a new document." ma:contentTypeScope="" ma:versionID="1c1f9a23245786c763247461af2c9fec">
  <xsd:schema xmlns:xsd="http://www.w3.org/2001/XMLSchema" xmlns:xs="http://www.w3.org/2001/XMLSchema" xmlns:p="http://schemas.microsoft.com/office/2006/metadata/properties" xmlns:ns2="7f59ffb2-1073-4d7b-8e8a-1409deb754b5" xmlns:ns3="eda89114-7a00-4a93-ac8b-ef257e95d2f1" targetNamespace="http://schemas.microsoft.com/office/2006/metadata/properties" ma:root="true" ma:fieldsID="31a5f3b2a59dfdf9c8fe3a1f54946fd6" ns2:_="" ns3:_="">
    <xsd:import namespace="7f59ffb2-1073-4d7b-8e8a-1409deb754b5"/>
    <xsd:import namespace="eda89114-7a00-4a93-ac8b-ef257e95d2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11c67b753ab42f9a894fac96b096999" minOccurs="0"/>
                <xsd:element ref="ns2:Unique_x0020_ID" minOccurs="0"/>
                <xsd:element ref="ns2:DocumentStatus" minOccurs="0"/>
                <xsd:element ref="ns2:PublicationDate" minOccurs="0"/>
                <xsd:element ref="ns2:LastReview" minOccurs="0"/>
                <xsd:element ref="ns2:Produ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59ffb2-1073-4d7b-8e8a-1409deb754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3c2dc80-691a-4df3-848c-4de4f8fc32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11c67b753ab42f9a894fac96b096999" ma:index="22" nillable="true" ma:taxonomy="true" ma:internalName="m11c67b753ab42f9a894fac96b096999" ma:taxonomyFieldName="Tags1" ma:displayName="Tags" ma:default="" ma:fieldId="{611c67b7-53ab-42f9-a894-fac96b096999}" ma:taxonomyMulti="true" ma:sspId="d3c2dc80-691a-4df3-848c-4de4f8fc328d" ma:termSetId="823bc637-3347-42f3-8d45-45c828a43bbd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Unique_x0020_ID" ma:index="23" nillable="true" ma:displayName="Unique ID" ma:internalName="Unique_x0020_ID">
      <xsd:simpleType>
        <xsd:restriction base="dms:Number"/>
      </xsd:simpleType>
    </xsd:element>
    <xsd:element name="DocumentStatus" ma:index="24" nillable="true" ma:displayName="Document Status" ma:format="Dropdown" ma:internalName="DocumentStatus">
      <xsd:simpleType>
        <xsd:restriction base="dms:Choice">
          <xsd:enumeration value="Active"/>
          <xsd:enumeration value="In Review"/>
          <xsd:enumeration value="Retired"/>
        </xsd:restriction>
      </xsd:simpleType>
    </xsd:element>
    <xsd:element name="PublicationDate" ma:index="25" nillable="true" ma:displayName="Publication Date" ma:format="DateOnly" ma:internalName="PublicationDate">
      <xsd:simpleType>
        <xsd:restriction base="dms:DateTime"/>
      </xsd:simpleType>
    </xsd:element>
    <xsd:element name="LastReview" ma:index="26" nillable="true" ma:displayName="Last Review" ma:format="DateOnly" ma:internalName="LastReview">
      <xsd:simpleType>
        <xsd:restriction base="dms:DateTime"/>
      </xsd:simpleType>
    </xsd:element>
    <xsd:element name="Product" ma:index="27" nillable="true" ma:displayName="Product" ma:format="Dropdown" ma:internalName="Product">
      <xsd:simpleType>
        <xsd:restriction base="dms:Choice">
          <xsd:enumeration value="Aether"/>
          <xsd:enumeration value="IDM"/>
          <xsd:enumeration value="Koverse"/>
          <xsd:enumeration value="MDP"/>
          <xsd:enumeration value="ReadyOne"/>
          <xsd:enumeration value="Tenjin"/>
          <xsd:enumeration value="Other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a89114-7a00-4a93-ac8b-ef257e95d2f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211b7ba-6489-4bcf-8d72-d460f60c856d}" ma:internalName="TaxCatchAll" ma:showField="CatchAllData" ma:web="eda89114-7a00-4a93-ac8b-ef257e95d2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F70A02-4F7C-4DAF-9942-EC08F27EED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60F29F-FAD5-4D44-A7BD-6B4096018C34}">
  <ds:schemaRefs>
    <ds:schemaRef ds:uri="http://schemas.openxmlformats.org/package/2006/metadata/core-properties"/>
    <ds:schemaRef ds:uri="http://purl.org/dc/terms/"/>
    <ds:schemaRef ds:uri="a794bdbc-282c-444d-883e-7c60708d41cd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22f875b3-bd3d-4f0c-9ba6-54c319990881"/>
    <ds:schemaRef ds:uri="http://schemas.microsoft.com/sharepoint/v3"/>
    <ds:schemaRef ds:uri="http://www.w3.org/XML/1998/namespace"/>
    <ds:schemaRef ds:uri="http://purl.org/dc/dcmitype/"/>
    <ds:schemaRef ds:uri="eda89114-7a00-4a93-ac8b-ef257e95d2f1"/>
    <ds:schemaRef ds:uri="7f59ffb2-1073-4d7b-8e8a-1409deb754b5"/>
  </ds:schemaRefs>
</ds:datastoreItem>
</file>

<file path=customXml/itemProps3.xml><?xml version="1.0" encoding="utf-8"?>
<ds:datastoreItem xmlns:ds="http://schemas.openxmlformats.org/officeDocument/2006/customXml" ds:itemID="{5AED445D-C352-476E-9093-C5B14255BB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59ffb2-1073-4d7b-8e8a-1409deb754b5"/>
    <ds:schemaRef ds:uri="eda89114-7a00-4a93-ac8b-ef257e95d2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Single Headline Content Slides</Template>
  <TotalTime>11788</TotalTime>
  <Words>139</Words>
  <Application>Microsoft Office PowerPoint</Application>
  <PresentationFormat>On-screen Show (16:9)</PresentationFormat>
  <Paragraphs>24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Single Headline Content Slides</vt:lpstr>
      <vt:lpstr>Long Headline Content Slides</vt:lpstr>
      <vt:lpstr>Cover and Divider</vt:lpstr>
      <vt:lpstr>PRESENTATION TITLE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Thomas Lee</dc:creator>
  <cp:keywords/>
  <dc:description/>
  <cp:lastModifiedBy>Thomas Lee</cp:lastModifiedBy>
  <cp:revision>4</cp:revision>
  <cp:lastPrinted>2019-01-14T02:06:38Z</cp:lastPrinted>
  <dcterms:created xsi:type="dcterms:W3CDTF">2024-05-10T14:39:03Z</dcterms:created>
  <dcterms:modified xsi:type="dcterms:W3CDTF">2026-07-02T21:43:21Z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UseProject">
    <vt:lpwstr>1</vt:lpwstr>
  </property>
  <property fmtid="{D5CDD505-2E9C-101B-9397-08002B2CF9AE}" pid="3" name="ArticulateGUID">
    <vt:lpwstr>8D960004-F143-4017-9E7E-C09DF1C8686D</vt:lpwstr>
  </property>
  <property fmtid="{D5CDD505-2E9C-101B-9397-08002B2CF9AE}" pid="4" name="ArticulatePath">
    <vt:lpwstr>New SAIC Template Wide 16X9_V5</vt:lpwstr>
  </property>
  <property fmtid="{D5CDD505-2E9C-101B-9397-08002B2CF9AE}" pid="5" name="ArticulateProjectFull">
    <vt:lpwstr>\\vmware-host\Shared Folders\Desktop\New SAIC Template Wide 16X9_V5.ppta</vt:lpwstr>
  </property>
  <property fmtid="{D5CDD505-2E9C-101B-9397-08002B2CF9AE}" pid="6" name="ContentTypeId">
    <vt:lpwstr>0x010100FA312322F0D36C4D98A9DC0A2E88C71D</vt:lpwstr>
  </property>
  <property fmtid="{D5CDD505-2E9C-101B-9397-08002B2CF9AE}" pid="7" name="Tags">
    <vt:lpwstr>2;#General|ecf02c19-a027-474c-912c-c6105f395e3c</vt:lpwstr>
  </property>
  <property fmtid="{D5CDD505-2E9C-101B-9397-08002B2CF9AE}" pid="8" name="Offisync_UniqueId">
    <vt:lpwstr>15435</vt:lpwstr>
  </property>
  <property fmtid="{D5CDD505-2E9C-101B-9397-08002B2CF9AE}" pid="9" name="Jive_LatestUserAccountName">
    <vt:lpwstr>chengg</vt:lpwstr>
  </property>
  <property fmtid="{D5CDD505-2E9C-101B-9397-08002B2CF9AE}" pid="10" name="Offisync_UpdateToken">
    <vt:lpwstr>15</vt:lpwstr>
  </property>
  <property fmtid="{D5CDD505-2E9C-101B-9397-08002B2CF9AE}" pid="11" name="Offisync_ServerID">
    <vt:lpwstr>b998a098-e75b-451f-a53d-bbf0f285a7ba</vt:lpwstr>
  </property>
  <property fmtid="{D5CDD505-2E9C-101B-9397-08002B2CF9AE}" pid="12" name="Jive_VersionGuid">
    <vt:lpwstr>71e602e4-debd-4b01-9de3-199ea59b11b8</vt:lpwstr>
  </property>
  <property fmtid="{D5CDD505-2E9C-101B-9397-08002B2CF9AE}" pid="13" name="Offisync_ProviderInitializationData">
    <vt:lpwstr>https://one.saic.com</vt:lpwstr>
  </property>
  <property fmtid="{D5CDD505-2E9C-101B-9397-08002B2CF9AE}" pid="14" name="ContentState">
    <vt:lpwstr/>
  </property>
  <property fmtid="{D5CDD505-2E9C-101B-9397-08002B2CF9AE}" pid="15" name="UserTags">
    <vt:lpwstr/>
  </property>
  <property fmtid="{D5CDD505-2E9C-101B-9397-08002B2CF9AE}" pid="16" name="AuthorDepartment">
    <vt:lpwstr/>
  </property>
  <property fmtid="{D5CDD505-2E9C-101B-9397-08002B2CF9AE}" pid="17" name="AuthorLocation">
    <vt:lpwstr/>
  </property>
  <property fmtid="{D5CDD505-2E9C-101B-9397-08002B2CF9AE}" pid="18" name="MediaServiceImageTags">
    <vt:lpwstr/>
  </property>
  <property fmtid="{D5CDD505-2E9C-101B-9397-08002B2CF9AE}" pid="19" name="Tags1">
    <vt:lpwstr>24;#ARCHIVED|42c64efe-f272-453e-a26d-1e28324dbb40;#26;#Koverse|1bf5d9ee-4460-4cd8-af3e-6b0ea37bd33f</vt:lpwstr>
  </property>
</Properties>
</file>